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57" r:id="rId6"/>
    <p:sldId id="258" r:id="rId7"/>
  </p:sldIdLst>
  <p:sldSz cx="12599988" cy="10799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44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44999" y="1767462"/>
            <a:ext cx="10709990" cy="3759917"/>
          </a:xfrm>
        </p:spPr>
        <p:txBody>
          <a:bodyPr anchor="b"/>
          <a:lstStyle>
            <a:lvl1pPr algn="ctr">
              <a:defRPr sz="8268"/>
            </a:lvl1pPr>
          </a:lstStyle>
          <a:p>
            <a:r>
              <a:rPr lang="en-US"/>
              <a:t>Click to edit Master title style</a:t>
            </a:r>
            <a:endParaRPr lang="en-US" dirty="0"/>
          </a:p>
        </p:txBody>
      </p:sp>
      <p:sp>
        <p:nvSpPr>
          <p:cNvPr id="3" name="Subtitle 2"/>
          <p:cNvSpPr>
            <a:spLocks noGrp="1"/>
          </p:cNvSpPr>
          <p:nvPr>
            <p:ph type="subTitle" idx="1"/>
          </p:nvPr>
        </p:nvSpPr>
        <p:spPr>
          <a:xfrm>
            <a:off x="1574999" y="5672376"/>
            <a:ext cx="9449991" cy="2607442"/>
          </a:xfrm>
        </p:spPr>
        <p:txBody>
          <a:bodyPr/>
          <a:lstStyle>
            <a:lvl1pPr marL="0" indent="0" algn="ctr">
              <a:buNone/>
              <a:defRPr sz="3307"/>
            </a:lvl1pPr>
            <a:lvl2pPr marL="630022" indent="0" algn="ctr">
              <a:buNone/>
              <a:defRPr sz="2756"/>
            </a:lvl2pPr>
            <a:lvl3pPr marL="1260043" indent="0" algn="ctr">
              <a:buNone/>
              <a:defRPr sz="2480"/>
            </a:lvl3pPr>
            <a:lvl4pPr marL="1890065" indent="0" algn="ctr">
              <a:buNone/>
              <a:defRPr sz="2205"/>
            </a:lvl4pPr>
            <a:lvl5pPr marL="2520086" indent="0" algn="ctr">
              <a:buNone/>
              <a:defRPr sz="2205"/>
            </a:lvl5pPr>
            <a:lvl6pPr marL="3150108" indent="0" algn="ctr">
              <a:buNone/>
              <a:defRPr sz="2205"/>
            </a:lvl6pPr>
            <a:lvl7pPr marL="3780130" indent="0" algn="ctr">
              <a:buNone/>
              <a:defRPr sz="2205"/>
            </a:lvl7pPr>
            <a:lvl8pPr marL="4410151" indent="0" algn="ctr">
              <a:buNone/>
              <a:defRPr sz="2205"/>
            </a:lvl8pPr>
            <a:lvl9pPr marL="5040173" indent="0" algn="ctr">
              <a:buNone/>
              <a:defRPr sz="220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F9805D-CD89-4472-A97E-999BD5EBCE89}" type="datetimeFigureOut">
              <a:rPr lang="en-CA" smtClean="0"/>
              <a:t>2026-03-17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3092341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9805D-CD89-4472-A97E-999BD5EBCE89}" type="datetimeFigureOut">
              <a:rPr lang="en-CA" smtClean="0"/>
              <a:t>2026-03-17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2639193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9687" y="2692444"/>
            <a:ext cx="10867490" cy="4492401"/>
          </a:xfrm>
        </p:spPr>
        <p:txBody>
          <a:bodyPr anchor="b"/>
          <a:lstStyle>
            <a:lvl1pPr>
              <a:defRPr sz="8268"/>
            </a:lvl1pPr>
          </a:lstStyle>
          <a:p>
            <a:r>
              <a:rPr lang="en-US"/>
              <a:t>Click to edit Master title style</a:t>
            </a:r>
            <a:endParaRPr lang="en-US" dirty="0"/>
          </a:p>
        </p:txBody>
      </p:sp>
      <p:sp>
        <p:nvSpPr>
          <p:cNvPr id="3" name="Text Placeholder 2"/>
          <p:cNvSpPr>
            <a:spLocks noGrp="1"/>
          </p:cNvSpPr>
          <p:nvPr>
            <p:ph type="body" idx="1"/>
          </p:nvPr>
        </p:nvSpPr>
        <p:spPr>
          <a:xfrm>
            <a:off x="859687" y="7227345"/>
            <a:ext cx="10867490" cy="2362447"/>
          </a:xfrm>
        </p:spPr>
        <p:txBody>
          <a:bodyPr/>
          <a:lstStyle>
            <a:lvl1pPr marL="0" indent="0">
              <a:buNone/>
              <a:defRPr sz="3307">
                <a:solidFill>
                  <a:schemeClr val="tx1">
                    <a:tint val="82000"/>
                  </a:schemeClr>
                </a:solidFill>
              </a:defRPr>
            </a:lvl1pPr>
            <a:lvl2pPr marL="630022" indent="0">
              <a:buNone/>
              <a:defRPr sz="2756">
                <a:solidFill>
                  <a:schemeClr val="tx1">
                    <a:tint val="82000"/>
                  </a:schemeClr>
                </a:solidFill>
              </a:defRPr>
            </a:lvl2pPr>
            <a:lvl3pPr marL="1260043" indent="0">
              <a:buNone/>
              <a:defRPr sz="2480">
                <a:solidFill>
                  <a:schemeClr val="tx1">
                    <a:tint val="82000"/>
                  </a:schemeClr>
                </a:solidFill>
              </a:defRPr>
            </a:lvl3pPr>
            <a:lvl4pPr marL="1890065" indent="0">
              <a:buNone/>
              <a:defRPr sz="2205">
                <a:solidFill>
                  <a:schemeClr val="tx1">
                    <a:tint val="82000"/>
                  </a:schemeClr>
                </a:solidFill>
              </a:defRPr>
            </a:lvl4pPr>
            <a:lvl5pPr marL="2520086" indent="0">
              <a:buNone/>
              <a:defRPr sz="2205">
                <a:solidFill>
                  <a:schemeClr val="tx1">
                    <a:tint val="82000"/>
                  </a:schemeClr>
                </a:solidFill>
              </a:defRPr>
            </a:lvl5pPr>
            <a:lvl6pPr marL="3150108" indent="0">
              <a:buNone/>
              <a:defRPr sz="2205">
                <a:solidFill>
                  <a:schemeClr val="tx1">
                    <a:tint val="82000"/>
                  </a:schemeClr>
                </a:solidFill>
              </a:defRPr>
            </a:lvl6pPr>
            <a:lvl7pPr marL="3780130" indent="0">
              <a:buNone/>
              <a:defRPr sz="2205">
                <a:solidFill>
                  <a:schemeClr val="tx1">
                    <a:tint val="82000"/>
                  </a:schemeClr>
                </a:solidFill>
              </a:defRPr>
            </a:lvl7pPr>
            <a:lvl8pPr marL="4410151" indent="0">
              <a:buNone/>
              <a:defRPr sz="2205">
                <a:solidFill>
                  <a:schemeClr val="tx1">
                    <a:tint val="82000"/>
                  </a:schemeClr>
                </a:solidFill>
              </a:defRPr>
            </a:lvl8pPr>
            <a:lvl9pPr marL="5040173" indent="0">
              <a:buNone/>
              <a:defRPr sz="2205">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9805D-CD89-4472-A97E-999BD5EBCE89}" type="datetimeFigureOut">
              <a:rPr lang="en-CA" smtClean="0"/>
              <a:t>2026-03-17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365841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49" y="2874937"/>
            <a:ext cx="5354995"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8744" y="2874937"/>
            <a:ext cx="5354995"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9805D-CD89-4472-A97E-999BD5EBCE89}" type="datetimeFigureOut">
              <a:rPr lang="en-CA" smtClean="0"/>
              <a:t>2026-03-17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3178899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67890" y="574990"/>
            <a:ext cx="10867490" cy="208745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67892" y="2647443"/>
            <a:ext cx="5330385" cy="1297471"/>
          </a:xfrm>
        </p:spPr>
        <p:txBody>
          <a:bodyPr anchor="b"/>
          <a:lstStyle>
            <a:lvl1pPr marL="0" indent="0">
              <a:buNone/>
              <a:defRPr sz="3307" b="1"/>
            </a:lvl1pPr>
            <a:lvl2pPr marL="630022" indent="0">
              <a:buNone/>
              <a:defRPr sz="2756" b="1"/>
            </a:lvl2pPr>
            <a:lvl3pPr marL="1260043" indent="0">
              <a:buNone/>
              <a:defRPr sz="2480" b="1"/>
            </a:lvl3pPr>
            <a:lvl4pPr marL="1890065" indent="0">
              <a:buNone/>
              <a:defRPr sz="2205" b="1"/>
            </a:lvl4pPr>
            <a:lvl5pPr marL="2520086" indent="0">
              <a:buNone/>
              <a:defRPr sz="2205" b="1"/>
            </a:lvl5pPr>
            <a:lvl6pPr marL="3150108" indent="0">
              <a:buNone/>
              <a:defRPr sz="2205" b="1"/>
            </a:lvl6pPr>
            <a:lvl7pPr marL="3780130" indent="0">
              <a:buNone/>
              <a:defRPr sz="2205" b="1"/>
            </a:lvl7pPr>
            <a:lvl8pPr marL="4410151" indent="0">
              <a:buNone/>
              <a:defRPr sz="2205" b="1"/>
            </a:lvl8pPr>
            <a:lvl9pPr marL="5040173" indent="0">
              <a:buNone/>
              <a:defRPr sz="2205" b="1"/>
            </a:lvl9pPr>
          </a:lstStyle>
          <a:p>
            <a:pPr lvl="0"/>
            <a:r>
              <a:rPr lang="en-US"/>
              <a:t>Click to edit Master text styles</a:t>
            </a:r>
          </a:p>
        </p:txBody>
      </p:sp>
      <p:sp>
        <p:nvSpPr>
          <p:cNvPr id="4" name="Content Placeholder 3"/>
          <p:cNvSpPr>
            <a:spLocks noGrp="1"/>
          </p:cNvSpPr>
          <p:nvPr>
            <p:ph sz="half" idx="2"/>
          </p:nvPr>
        </p:nvSpPr>
        <p:spPr>
          <a:xfrm>
            <a:off x="867892" y="3944914"/>
            <a:ext cx="5330385"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8745" y="2647443"/>
            <a:ext cx="5356636" cy="1297471"/>
          </a:xfrm>
        </p:spPr>
        <p:txBody>
          <a:bodyPr anchor="b"/>
          <a:lstStyle>
            <a:lvl1pPr marL="0" indent="0">
              <a:buNone/>
              <a:defRPr sz="3307" b="1"/>
            </a:lvl1pPr>
            <a:lvl2pPr marL="630022" indent="0">
              <a:buNone/>
              <a:defRPr sz="2756" b="1"/>
            </a:lvl2pPr>
            <a:lvl3pPr marL="1260043" indent="0">
              <a:buNone/>
              <a:defRPr sz="2480" b="1"/>
            </a:lvl3pPr>
            <a:lvl4pPr marL="1890065" indent="0">
              <a:buNone/>
              <a:defRPr sz="2205" b="1"/>
            </a:lvl4pPr>
            <a:lvl5pPr marL="2520086" indent="0">
              <a:buNone/>
              <a:defRPr sz="2205" b="1"/>
            </a:lvl5pPr>
            <a:lvl6pPr marL="3150108" indent="0">
              <a:buNone/>
              <a:defRPr sz="2205" b="1"/>
            </a:lvl6pPr>
            <a:lvl7pPr marL="3780130" indent="0">
              <a:buNone/>
              <a:defRPr sz="2205" b="1"/>
            </a:lvl7pPr>
            <a:lvl8pPr marL="4410151" indent="0">
              <a:buNone/>
              <a:defRPr sz="2205" b="1"/>
            </a:lvl8pPr>
            <a:lvl9pPr marL="5040173" indent="0">
              <a:buNone/>
              <a:defRPr sz="2205" b="1"/>
            </a:lvl9pPr>
          </a:lstStyle>
          <a:p>
            <a:pPr lvl="0"/>
            <a:r>
              <a:rPr lang="en-US"/>
              <a:t>Click to edit Master text styles</a:t>
            </a:r>
          </a:p>
        </p:txBody>
      </p:sp>
      <p:sp>
        <p:nvSpPr>
          <p:cNvPr id="6" name="Content Placeholder 5"/>
          <p:cNvSpPr>
            <a:spLocks noGrp="1"/>
          </p:cNvSpPr>
          <p:nvPr>
            <p:ph sz="quarter" idx="4"/>
          </p:nvPr>
        </p:nvSpPr>
        <p:spPr>
          <a:xfrm>
            <a:off x="6378745" y="3944914"/>
            <a:ext cx="5356636"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9805D-CD89-4472-A97E-999BD5EBCE89}" type="datetimeFigureOut">
              <a:rPr lang="en-CA" smtClean="0"/>
              <a:t>2026-03-17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501481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9805D-CD89-4472-A97E-999BD5EBCE89}" type="datetimeFigureOut">
              <a:rPr lang="en-CA" smtClean="0"/>
              <a:t>2026-03-17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476195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9805D-CD89-4472-A97E-999BD5EBCE89}" type="datetimeFigureOut">
              <a:rPr lang="en-CA" smtClean="0"/>
              <a:t>2026-03-17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2522271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0" y="719984"/>
            <a:ext cx="4063824" cy="2519945"/>
          </a:xfrm>
        </p:spPr>
        <p:txBody>
          <a:bodyPr anchor="b"/>
          <a:lstStyle>
            <a:lvl1pPr>
              <a:defRPr sz="4410"/>
            </a:lvl1pPr>
          </a:lstStyle>
          <a:p>
            <a:r>
              <a:rPr lang="en-US"/>
              <a:t>Click to edit Master title style</a:t>
            </a:r>
            <a:endParaRPr lang="en-US" dirty="0"/>
          </a:p>
        </p:txBody>
      </p:sp>
      <p:sp>
        <p:nvSpPr>
          <p:cNvPr id="3" name="Content Placeholder 2"/>
          <p:cNvSpPr>
            <a:spLocks noGrp="1"/>
          </p:cNvSpPr>
          <p:nvPr>
            <p:ph idx="1"/>
          </p:nvPr>
        </p:nvSpPr>
        <p:spPr>
          <a:xfrm>
            <a:off x="5356636" y="1554968"/>
            <a:ext cx="6378744" cy="7674832"/>
          </a:xfrm>
        </p:spPr>
        <p:txBody>
          <a:bodyPr/>
          <a:lstStyle>
            <a:lvl1pPr>
              <a:defRPr sz="4410"/>
            </a:lvl1pPr>
            <a:lvl2pPr>
              <a:defRPr sz="3858"/>
            </a:lvl2pPr>
            <a:lvl3pPr>
              <a:defRPr sz="3307"/>
            </a:lvl3pPr>
            <a:lvl4pPr>
              <a:defRPr sz="2756"/>
            </a:lvl4pPr>
            <a:lvl5pPr>
              <a:defRPr sz="2756"/>
            </a:lvl5pPr>
            <a:lvl6pPr>
              <a:defRPr sz="2756"/>
            </a:lvl6pPr>
            <a:lvl7pPr>
              <a:defRPr sz="2756"/>
            </a:lvl7pPr>
            <a:lvl8pPr>
              <a:defRPr sz="2756"/>
            </a:lvl8pPr>
            <a:lvl9pPr>
              <a:defRPr sz="2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7890" y="3239929"/>
            <a:ext cx="4063824" cy="6002369"/>
          </a:xfrm>
        </p:spPr>
        <p:txBody>
          <a:bodyPr/>
          <a:lstStyle>
            <a:lvl1pPr marL="0" indent="0">
              <a:buNone/>
              <a:defRPr sz="2205"/>
            </a:lvl1pPr>
            <a:lvl2pPr marL="630022" indent="0">
              <a:buNone/>
              <a:defRPr sz="1929"/>
            </a:lvl2pPr>
            <a:lvl3pPr marL="1260043" indent="0">
              <a:buNone/>
              <a:defRPr sz="1654"/>
            </a:lvl3pPr>
            <a:lvl4pPr marL="1890065" indent="0">
              <a:buNone/>
              <a:defRPr sz="1378"/>
            </a:lvl4pPr>
            <a:lvl5pPr marL="2520086" indent="0">
              <a:buNone/>
              <a:defRPr sz="1378"/>
            </a:lvl5pPr>
            <a:lvl6pPr marL="3150108" indent="0">
              <a:buNone/>
              <a:defRPr sz="1378"/>
            </a:lvl6pPr>
            <a:lvl7pPr marL="3780130" indent="0">
              <a:buNone/>
              <a:defRPr sz="1378"/>
            </a:lvl7pPr>
            <a:lvl8pPr marL="4410151" indent="0">
              <a:buNone/>
              <a:defRPr sz="1378"/>
            </a:lvl8pPr>
            <a:lvl9pPr marL="5040173" indent="0">
              <a:buNone/>
              <a:defRPr sz="1378"/>
            </a:lvl9pPr>
          </a:lstStyle>
          <a:p>
            <a:pPr lvl="0"/>
            <a:r>
              <a:rPr lang="en-US"/>
              <a:t>Click to edit Master text styles</a:t>
            </a:r>
          </a:p>
        </p:txBody>
      </p:sp>
      <p:sp>
        <p:nvSpPr>
          <p:cNvPr id="5" name="Date Placeholder 4"/>
          <p:cNvSpPr>
            <a:spLocks noGrp="1"/>
          </p:cNvSpPr>
          <p:nvPr>
            <p:ph type="dt" sz="half" idx="10"/>
          </p:nvPr>
        </p:nvSpPr>
        <p:spPr/>
        <p:txBody>
          <a:bodyPr/>
          <a:lstStyle/>
          <a:p>
            <a:fld id="{09F9805D-CD89-4472-A97E-999BD5EBCE89}" type="datetimeFigureOut">
              <a:rPr lang="en-CA" smtClean="0"/>
              <a:t>2026-03-17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3106773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0" y="719984"/>
            <a:ext cx="4063824" cy="2519945"/>
          </a:xfrm>
        </p:spPr>
        <p:txBody>
          <a:bodyPr anchor="b"/>
          <a:lstStyle>
            <a:lvl1pPr>
              <a:defRPr sz="441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56636" y="1554968"/>
            <a:ext cx="6378744" cy="7674832"/>
          </a:xfrm>
        </p:spPr>
        <p:txBody>
          <a:bodyPr anchor="t"/>
          <a:lstStyle>
            <a:lvl1pPr marL="0" indent="0">
              <a:buNone/>
              <a:defRPr sz="4410"/>
            </a:lvl1pPr>
            <a:lvl2pPr marL="630022" indent="0">
              <a:buNone/>
              <a:defRPr sz="3858"/>
            </a:lvl2pPr>
            <a:lvl3pPr marL="1260043" indent="0">
              <a:buNone/>
              <a:defRPr sz="3307"/>
            </a:lvl3pPr>
            <a:lvl4pPr marL="1890065" indent="0">
              <a:buNone/>
              <a:defRPr sz="2756"/>
            </a:lvl4pPr>
            <a:lvl5pPr marL="2520086" indent="0">
              <a:buNone/>
              <a:defRPr sz="2756"/>
            </a:lvl5pPr>
            <a:lvl6pPr marL="3150108" indent="0">
              <a:buNone/>
              <a:defRPr sz="2756"/>
            </a:lvl6pPr>
            <a:lvl7pPr marL="3780130" indent="0">
              <a:buNone/>
              <a:defRPr sz="2756"/>
            </a:lvl7pPr>
            <a:lvl8pPr marL="4410151" indent="0">
              <a:buNone/>
              <a:defRPr sz="2756"/>
            </a:lvl8pPr>
            <a:lvl9pPr marL="5040173" indent="0">
              <a:buNone/>
              <a:defRPr sz="2756"/>
            </a:lvl9pPr>
          </a:lstStyle>
          <a:p>
            <a:r>
              <a:rPr lang="en-US"/>
              <a:t>Click icon to add picture</a:t>
            </a:r>
            <a:endParaRPr lang="en-US" dirty="0"/>
          </a:p>
        </p:txBody>
      </p:sp>
      <p:sp>
        <p:nvSpPr>
          <p:cNvPr id="4" name="Text Placeholder 3"/>
          <p:cNvSpPr>
            <a:spLocks noGrp="1"/>
          </p:cNvSpPr>
          <p:nvPr>
            <p:ph type="body" sz="half" idx="2"/>
          </p:nvPr>
        </p:nvSpPr>
        <p:spPr>
          <a:xfrm>
            <a:off x="867890" y="3239929"/>
            <a:ext cx="4063824" cy="6002369"/>
          </a:xfrm>
        </p:spPr>
        <p:txBody>
          <a:bodyPr/>
          <a:lstStyle>
            <a:lvl1pPr marL="0" indent="0">
              <a:buNone/>
              <a:defRPr sz="2205"/>
            </a:lvl1pPr>
            <a:lvl2pPr marL="630022" indent="0">
              <a:buNone/>
              <a:defRPr sz="1929"/>
            </a:lvl2pPr>
            <a:lvl3pPr marL="1260043" indent="0">
              <a:buNone/>
              <a:defRPr sz="1654"/>
            </a:lvl3pPr>
            <a:lvl4pPr marL="1890065" indent="0">
              <a:buNone/>
              <a:defRPr sz="1378"/>
            </a:lvl4pPr>
            <a:lvl5pPr marL="2520086" indent="0">
              <a:buNone/>
              <a:defRPr sz="1378"/>
            </a:lvl5pPr>
            <a:lvl6pPr marL="3150108" indent="0">
              <a:buNone/>
              <a:defRPr sz="1378"/>
            </a:lvl6pPr>
            <a:lvl7pPr marL="3780130" indent="0">
              <a:buNone/>
              <a:defRPr sz="1378"/>
            </a:lvl7pPr>
            <a:lvl8pPr marL="4410151" indent="0">
              <a:buNone/>
              <a:defRPr sz="1378"/>
            </a:lvl8pPr>
            <a:lvl9pPr marL="5040173" indent="0">
              <a:buNone/>
              <a:defRPr sz="1378"/>
            </a:lvl9pPr>
          </a:lstStyle>
          <a:p>
            <a:pPr lvl="0"/>
            <a:r>
              <a:rPr lang="en-US"/>
              <a:t>Click to edit Master text styles</a:t>
            </a:r>
          </a:p>
        </p:txBody>
      </p:sp>
      <p:sp>
        <p:nvSpPr>
          <p:cNvPr id="5" name="Date Placeholder 4"/>
          <p:cNvSpPr>
            <a:spLocks noGrp="1"/>
          </p:cNvSpPr>
          <p:nvPr>
            <p:ph type="dt" sz="half" idx="10"/>
          </p:nvPr>
        </p:nvSpPr>
        <p:spPr/>
        <p:txBody>
          <a:bodyPr/>
          <a:lstStyle/>
          <a:p>
            <a:fld id="{09F9805D-CD89-4472-A97E-999BD5EBCE89}" type="datetimeFigureOut">
              <a:rPr lang="en-CA" smtClean="0"/>
              <a:t>2026-03-17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1653957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9805D-CD89-4472-A97E-999BD5EBCE89}" type="datetimeFigureOut">
              <a:rPr lang="en-CA" smtClean="0"/>
              <a:t>2026-03-17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763511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16867" y="574987"/>
            <a:ext cx="2716872" cy="91523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66250" y="574987"/>
            <a:ext cx="7993117" cy="9152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9805D-CD89-4472-A97E-999BD5EBCE89}" type="datetimeFigureOut">
              <a:rPr lang="en-CA" smtClean="0"/>
              <a:t>2026-03-17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45D1AAA5-0171-42E3-8081-D4E61758B040}" type="slidenum">
              <a:rPr lang="en-CA" smtClean="0"/>
              <a:t>‹#›</a:t>
            </a:fld>
            <a:endParaRPr lang="en-CA"/>
          </a:p>
        </p:txBody>
      </p:sp>
    </p:spTree>
    <p:extLst>
      <p:ext uri="{BB962C8B-B14F-4D97-AF65-F5344CB8AC3E}">
        <p14:creationId xmlns:p14="http://schemas.microsoft.com/office/powerpoint/2010/main" val="4201132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249" y="574990"/>
            <a:ext cx="10867490" cy="208745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66249" y="2874937"/>
            <a:ext cx="10867490" cy="68523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6249" y="10009783"/>
            <a:ext cx="2834997" cy="574987"/>
          </a:xfrm>
          <a:prstGeom prst="rect">
            <a:avLst/>
          </a:prstGeom>
        </p:spPr>
        <p:txBody>
          <a:bodyPr vert="horz" lIns="91440" tIns="45720" rIns="91440" bIns="45720" rtlCol="0" anchor="ctr"/>
          <a:lstStyle>
            <a:lvl1pPr algn="l">
              <a:defRPr sz="1654">
                <a:solidFill>
                  <a:schemeClr val="tx1">
                    <a:tint val="82000"/>
                  </a:schemeClr>
                </a:solidFill>
              </a:defRPr>
            </a:lvl1pPr>
          </a:lstStyle>
          <a:p>
            <a:fld id="{09F9805D-CD89-4472-A97E-999BD5EBCE89}" type="datetimeFigureOut">
              <a:rPr lang="en-CA" smtClean="0"/>
              <a:t>2026-03-17</a:t>
            </a:fld>
            <a:endParaRPr lang="en-CA"/>
          </a:p>
        </p:txBody>
      </p:sp>
      <p:sp>
        <p:nvSpPr>
          <p:cNvPr id="5" name="Footer Placeholder 4"/>
          <p:cNvSpPr>
            <a:spLocks noGrp="1"/>
          </p:cNvSpPr>
          <p:nvPr>
            <p:ph type="ftr" sz="quarter" idx="3"/>
          </p:nvPr>
        </p:nvSpPr>
        <p:spPr>
          <a:xfrm>
            <a:off x="4173746" y="10009783"/>
            <a:ext cx="4252496" cy="574987"/>
          </a:xfrm>
          <a:prstGeom prst="rect">
            <a:avLst/>
          </a:prstGeom>
        </p:spPr>
        <p:txBody>
          <a:bodyPr vert="horz" lIns="91440" tIns="45720" rIns="91440" bIns="45720" rtlCol="0" anchor="ctr"/>
          <a:lstStyle>
            <a:lvl1pPr algn="ctr">
              <a:defRPr sz="1654">
                <a:solidFill>
                  <a:schemeClr val="tx1">
                    <a:tint val="82000"/>
                  </a:schemeClr>
                </a:solidFill>
              </a:defRPr>
            </a:lvl1pPr>
          </a:lstStyle>
          <a:p>
            <a:endParaRPr lang="en-CA"/>
          </a:p>
        </p:txBody>
      </p:sp>
      <p:sp>
        <p:nvSpPr>
          <p:cNvPr id="6" name="Slide Number Placeholder 5"/>
          <p:cNvSpPr>
            <a:spLocks noGrp="1"/>
          </p:cNvSpPr>
          <p:nvPr>
            <p:ph type="sldNum" sz="quarter" idx="4"/>
          </p:nvPr>
        </p:nvSpPr>
        <p:spPr>
          <a:xfrm>
            <a:off x="8898742" y="10009783"/>
            <a:ext cx="2834997" cy="574987"/>
          </a:xfrm>
          <a:prstGeom prst="rect">
            <a:avLst/>
          </a:prstGeom>
        </p:spPr>
        <p:txBody>
          <a:bodyPr vert="horz" lIns="91440" tIns="45720" rIns="91440" bIns="45720" rtlCol="0" anchor="ctr"/>
          <a:lstStyle>
            <a:lvl1pPr algn="r">
              <a:defRPr sz="1654">
                <a:solidFill>
                  <a:schemeClr val="tx1">
                    <a:tint val="82000"/>
                  </a:schemeClr>
                </a:solidFill>
              </a:defRPr>
            </a:lvl1pPr>
          </a:lstStyle>
          <a:p>
            <a:fld id="{45D1AAA5-0171-42E3-8081-D4E61758B040}" type="slidenum">
              <a:rPr lang="en-CA" smtClean="0"/>
              <a:t>‹#›</a:t>
            </a:fld>
            <a:endParaRPr lang="en-CA"/>
          </a:p>
        </p:txBody>
      </p:sp>
    </p:spTree>
    <p:extLst>
      <p:ext uri="{BB962C8B-B14F-4D97-AF65-F5344CB8AC3E}">
        <p14:creationId xmlns:p14="http://schemas.microsoft.com/office/powerpoint/2010/main" val="1926592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260043" rtl="0" eaLnBrk="1" latinLnBrk="0" hangingPunct="1">
        <a:lnSpc>
          <a:spcPct val="90000"/>
        </a:lnSpc>
        <a:spcBef>
          <a:spcPct val="0"/>
        </a:spcBef>
        <a:buNone/>
        <a:defRPr sz="6063" kern="1200">
          <a:solidFill>
            <a:schemeClr val="tx1"/>
          </a:solidFill>
          <a:latin typeface="+mj-lt"/>
          <a:ea typeface="+mj-ea"/>
          <a:cs typeface="+mj-cs"/>
        </a:defRPr>
      </a:lvl1pPr>
    </p:titleStyle>
    <p:bodyStyle>
      <a:lvl1pPr marL="315011" indent="-315011" algn="l" defTabSz="1260043" rtl="0" eaLnBrk="1" latinLnBrk="0" hangingPunct="1">
        <a:lnSpc>
          <a:spcPct val="90000"/>
        </a:lnSpc>
        <a:spcBef>
          <a:spcPts val="1378"/>
        </a:spcBef>
        <a:buFont typeface="Arial" panose="020B0604020202020204" pitchFamily="34" charset="0"/>
        <a:buChar char="•"/>
        <a:defRPr sz="3858" kern="1200">
          <a:solidFill>
            <a:schemeClr val="tx1"/>
          </a:solidFill>
          <a:latin typeface="+mn-lt"/>
          <a:ea typeface="+mn-ea"/>
          <a:cs typeface="+mn-cs"/>
        </a:defRPr>
      </a:lvl1pPr>
      <a:lvl2pPr marL="945032" indent="-315011" algn="l" defTabSz="1260043" rtl="0" eaLnBrk="1" latinLnBrk="0" hangingPunct="1">
        <a:lnSpc>
          <a:spcPct val="90000"/>
        </a:lnSpc>
        <a:spcBef>
          <a:spcPts val="689"/>
        </a:spcBef>
        <a:buFont typeface="Arial" panose="020B0604020202020204" pitchFamily="34" charset="0"/>
        <a:buChar char="•"/>
        <a:defRPr sz="3307" kern="1200">
          <a:solidFill>
            <a:schemeClr val="tx1"/>
          </a:solidFill>
          <a:latin typeface="+mn-lt"/>
          <a:ea typeface="+mn-ea"/>
          <a:cs typeface="+mn-cs"/>
        </a:defRPr>
      </a:lvl2pPr>
      <a:lvl3pPr marL="1575054" indent="-315011" algn="l" defTabSz="1260043" rtl="0" eaLnBrk="1" latinLnBrk="0" hangingPunct="1">
        <a:lnSpc>
          <a:spcPct val="90000"/>
        </a:lnSpc>
        <a:spcBef>
          <a:spcPts val="689"/>
        </a:spcBef>
        <a:buFont typeface="Arial" panose="020B0604020202020204" pitchFamily="34" charset="0"/>
        <a:buChar char="•"/>
        <a:defRPr sz="2756" kern="1200">
          <a:solidFill>
            <a:schemeClr val="tx1"/>
          </a:solidFill>
          <a:latin typeface="+mn-lt"/>
          <a:ea typeface="+mn-ea"/>
          <a:cs typeface="+mn-cs"/>
        </a:defRPr>
      </a:lvl3pPr>
      <a:lvl4pPr marL="2205076" indent="-315011" algn="l" defTabSz="1260043" rtl="0" eaLnBrk="1" latinLnBrk="0" hangingPunct="1">
        <a:lnSpc>
          <a:spcPct val="90000"/>
        </a:lnSpc>
        <a:spcBef>
          <a:spcPts val="689"/>
        </a:spcBef>
        <a:buFont typeface="Arial" panose="020B0604020202020204" pitchFamily="34" charset="0"/>
        <a:buChar char="•"/>
        <a:defRPr sz="2480" kern="1200">
          <a:solidFill>
            <a:schemeClr val="tx1"/>
          </a:solidFill>
          <a:latin typeface="+mn-lt"/>
          <a:ea typeface="+mn-ea"/>
          <a:cs typeface="+mn-cs"/>
        </a:defRPr>
      </a:lvl4pPr>
      <a:lvl5pPr marL="2835097" indent="-315011" algn="l" defTabSz="1260043" rtl="0" eaLnBrk="1" latinLnBrk="0" hangingPunct="1">
        <a:lnSpc>
          <a:spcPct val="90000"/>
        </a:lnSpc>
        <a:spcBef>
          <a:spcPts val="689"/>
        </a:spcBef>
        <a:buFont typeface="Arial" panose="020B0604020202020204" pitchFamily="34" charset="0"/>
        <a:buChar char="•"/>
        <a:defRPr sz="2480" kern="1200">
          <a:solidFill>
            <a:schemeClr val="tx1"/>
          </a:solidFill>
          <a:latin typeface="+mn-lt"/>
          <a:ea typeface="+mn-ea"/>
          <a:cs typeface="+mn-cs"/>
        </a:defRPr>
      </a:lvl5pPr>
      <a:lvl6pPr marL="3465119" indent="-315011" algn="l" defTabSz="1260043" rtl="0" eaLnBrk="1" latinLnBrk="0" hangingPunct="1">
        <a:lnSpc>
          <a:spcPct val="90000"/>
        </a:lnSpc>
        <a:spcBef>
          <a:spcPts val="689"/>
        </a:spcBef>
        <a:buFont typeface="Arial" panose="020B0604020202020204" pitchFamily="34" charset="0"/>
        <a:buChar char="•"/>
        <a:defRPr sz="2480" kern="1200">
          <a:solidFill>
            <a:schemeClr val="tx1"/>
          </a:solidFill>
          <a:latin typeface="+mn-lt"/>
          <a:ea typeface="+mn-ea"/>
          <a:cs typeface="+mn-cs"/>
        </a:defRPr>
      </a:lvl6pPr>
      <a:lvl7pPr marL="4095140" indent="-315011" algn="l" defTabSz="1260043" rtl="0" eaLnBrk="1" latinLnBrk="0" hangingPunct="1">
        <a:lnSpc>
          <a:spcPct val="90000"/>
        </a:lnSpc>
        <a:spcBef>
          <a:spcPts val="689"/>
        </a:spcBef>
        <a:buFont typeface="Arial" panose="020B0604020202020204" pitchFamily="34" charset="0"/>
        <a:buChar char="•"/>
        <a:defRPr sz="2480" kern="1200">
          <a:solidFill>
            <a:schemeClr val="tx1"/>
          </a:solidFill>
          <a:latin typeface="+mn-lt"/>
          <a:ea typeface="+mn-ea"/>
          <a:cs typeface="+mn-cs"/>
        </a:defRPr>
      </a:lvl7pPr>
      <a:lvl8pPr marL="4725162" indent="-315011" algn="l" defTabSz="1260043" rtl="0" eaLnBrk="1" latinLnBrk="0" hangingPunct="1">
        <a:lnSpc>
          <a:spcPct val="90000"/>
        </a:lnSpc>
        <a:spcBef>
          <a:spcPts val="689"/>
        </a:spcBef>
        <a:buFont typeface="Arial" panose="020B0604020202020204" pitchFamily="34" charset="0"/>
        <a:buChar char="•"/>
        <a:defRPr sz="2480" kern="1200">
          <a:solidFill>
            <a:schemeClr val="tx1"/>
          </a:solidFill>
          <a:latin typeface="+mn-lt"/>
          <a:ea typeface="+mn-ea"/>
          <a:cs typeface="+mn-cs"/>
        </a:defRPr>
      </a:lvl8pPr>
      <a:lvl9pPr marL="5355184" indent="-315011" algn="l" defTabSz="1260043" rtl="0" eaLnBrk="1" latinLnBrk="0" hangingPunct="1">
        <a:lnSpc>
          <a:spcPct val="90000"/>
        </a:lnSpc>
        <a:spcBef>
          <a:spcPts val="689"/>
        </a:spcBef>
        <a:buFont typeface="Arial" panose="020B0604020202020204" pitchFamily="34" charset="0"/>
        <a:buChar char="•"/>
        <a:defRPr sz="2480" kern="1200">
          <a:solidFill>
            <a:schemeClr val="tx1"/>
          </a:solidFill>
          <a:latin typeface="+mn-lt"/>
          <a:ea typeface="+mn-ea"/>
          <a:cs typeface="+mn-cs"/>
        </a:defRPr>
      </a:lvl9pPr>
    </p:bodyStyle>
    <p:otherStyle>
      <a:defPPr>
        <a:defRPr lang="en-US"/>
      </a:defPPr>
      <a:lvl1pPr marL="0" algn="l" defTabSz="1260043" rtl="0" eaLnBrk="1" latinLnBrk="0" hangingPunct="1">
        <a:defRPr sz="2480" kern="1200">
          <a:solidFill>
            <a:schemeClr val="tx1"/>
          </a:solidFill>
          <a:latin typeface="+mn-lt"/>
          <a:ea typeface="+mn-ea"/>
          <a:cs typeface="+mn-cs"/>
        </a:defRPr>
      </a:lvl1pPr>
      <a:lvl2pPr marL="630022" algn="l" defTabSz="1260043" rtl="0" eaLnBrk="1" latinLnBrk="0" hangingPunct="1">
        <a:defRPr sz="2480" kern="1200">
          <a:solidFill>
            <a:schemeClr val="tx1"/>
          </a:solidFill>
          <a:latin typeface="+mn-lt"/>
          <a:ea typeface="+mn-ea"/>
          <a:cs typeface="+mn-cs"/>
        </a:defRPr>
      </a:lvl2pPr>
      <a:lvl3pPr marL="1260043" algn="l" defTabSz="1260043" rtl="0" eaLnBrk="1" latinLnBrk="0" hangingPunct="1">
        <a:defRPr sz="2480" kern="1200">
          <a:solidFill>
            <a:schemeClr val="tx1"/>
          </a:solidFill>
          <a:latin typeface="+mn-lt"/>
          <a:ea typeface="+mn-ea"/>
          <a:cs typeface="+mn-cs"/>
        </a:defRPr>
      </a:lvl3pPr>
      <a:lvl4pPr marL="1890065" algn="l" defTabSz="1260043" rtl="0" eaLnBrk="1" latinLnBrk="0" hangingPunct="1">
        <a:defRPr sz="2480" kern="1200">
          <a:solidFill>
            <a:schemeClr val="tx1"/>
          </a:solidFill>
          <a:latin typeface="+mn-lt"/>
          <a:ea typeface="+mn-ea"/>
          <a:cs typeface="+mn-cs"/>
        </a:defRPr>
      </a:lvl4pPr>
      <a:lvl5pPr marL="2520086" algn="l" defTabSz="1260043" rtl="0" eaLnBrk="1" latinLnBrk="0" hangingPunct="1">
        <a:defRPr sz="2480" kern="1200">
          <a:solidFill>
            <a:schemeClr val="tx1"/>
          </a:solidFill>
          <a:latin typeface="+mn-lt"/>
          <a:ea typeface="+mn-ea"/>
          <a:cs typeface="+mn-cs"/>
        </a:defRPr>
      </a:lvl5pPr>
      <a:lvl6pPr marL="3150108" algn="l" defTabSz="1260043" rtl="0" eaLnBrk="1" latinLnBrk="0" hangingPunct="1">
        <a:defRPr sz="2480" kern="1200">
          <a:solidFill>
            <a:schemeClr val="tx1"/>
          </a:solidFill>
          <a:latin typeface="+mn-lt"/>
          <a:ea typeface="+mn-ea"/>
          <a:cs typeface="+mn-cs"/>
        </a:defRPr>
      </a:lvl6pPr>
      <a:lvl7pPr marL="3780130" algn="l" defTabSz="1260043" rtl="0" eaLnBrk="1" latinLnBrk="0" hangingPunct="1">
        <a:defRPr sz="2480" kern="1200">
          <a:solidFill>
            <a:schemeClr val="tx1"/>
          </a:solidFill>
          <a:latin typeface="+mn-lt"/>
          <a:ea typeface="+mn-ea"/>
          <a:cs typeface="+mn-cs"/>
        </a:defRPr>
      </a:lvl7pPr>
      <a:lvl8pPr marL="4410151" algn="l" defTabSz="1260043" rtl="0" eaLnBrk="1" latinLnBrk="0" hangingPunct="1">
        <a:defRPr sz="2480" kern="1200">
          <a:solidFill>
            <a:schemeClr val="tx1"/>
          </a:solidFill>
          <a:latin typeface="+mn-lt"/>
          <a:ea typeface="+mn-ea"/>
          <a:cs typeface="+mn-cs"/>
        </a:defRPr>
      </a:lvl8pPr>
      <a:lvl9pPr marL="5040173" algn="l" defTabSz="1260043" rtl="0" eaLnBrk="1" latinLnBrk="0" hangingPunct="1">
        <a:defRPr sz="2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t.com/resource/en/datasheet/uln2801a.pdf" TargetMode="External"/><Relationship Id="rId2" Type="http://schemas.openxmlformats.org/officeDocument/2006/relationships/hyperlink" Target="https://www.digikey.ca/en/products/detail/omron-electronics-inc-emc-div/G6AK-274P-ST40-US-DC5/1815812?utm_source=chatgpt.com" TargetMode="External"/><Relationship Id="rId1" Type="http://schemas.openxmlformats.org/officeDocument/2006/relationships/slideLayout" Target="../slideLayouts/slideLayout2.xml"/><Relationship Id="rId6" Type="http://schemas.openxmlformats.org/officeDocument/2006/relationships/hyperlink" Target="https://www.digikey.ca/en/products/detail/switchcraft-inc/RAPC722X/804747" TargetMode="External"/><Relationship Id="rId5" Type="http://schemas.openxmlformats.org/officeDocument/2006/relationships/hyperlink" Target="https://www.digikey.ca/en/products/detail/triad-magnetics/WSU050-2000-R/3094952" TargetMode="External"/><Relationship Id="rId4" Type="http://schemas.openxmlformats.org/officeDocument/2006/relationships/hyperlink" Target="https://www.digikey.ca/en/products/detail/stmicroelectronics/ULN2803A/599591?gclsrc=aw.ds&amp;gad_source=1&amp;gad_campaignid=23210334209&amp;gbraid=0AAAAADrbLliTyR6dB5PNOcH-pJMFbRCXA&amp;gclid=Cj0KCQjwgr_NBhDFARIsAHiUWr4m8lqpMY8bVF92Evks8tehyltINY4Yhkcj96YM7KdGKZq3xNLO2KgaAmPmEALw_wcB"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100A88-5477-B8F3-2EE0-40C73B647A9E}"/>
              </a:ext>
            </a:extLst>
          </p:cNvPr>
          <p:cNvSpPr/>
          <p:nvPr/>
        </p:nvSpPr>
        <p:spPr>
          <a:xfrm>
            <a:off x="1799993" y="899881"/>
            <a:ext cx="7200000" cy="9000000"/>
          </a:xfrm>
          <a:prstGeom prst="rect">
            <a:avLst/>
          </a:prstGeom>
          <a:noFill/>
          <a:ln w="571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DA738959-F504-B985-4536-8522DB85DF20}"/>
              </a:ext>
            </a:extLst>
          </p:cNvPr>
          <p:cNvSpPr/>
          <p:nvPr/>
        </p:nvSpPr>
        <p:spPr>
          <a:xfrm>
            <a:off x="5663933" y="11655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079847D4-FE92-ABAF-12AE-50148734A841}"/>
              </a:ext>
            </a:extLst>
          </p:cNvPr>
          <p:cNvSpPr/>
          <p:nvPr/>
        </p:nvSpPr>
        <p:spPr>
          <a:xfrm>
            <a:off x="5692373" y="1279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119CDDA5-CC5A-3782-AF74-95B86C6B407A}"/>
              </a:ext>
            </a:extLst>
          </p:cNvPr>
          <p:cNvSpPr/>
          <p:nvPr/>
        </p:nvSpPr>
        <p:spPr>
          <a:xfrm>
            <a:off x="5783273" y="1279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40862E7D-D702-5B4E-234A-05A7AE9B1398}"/>
              </a:ext>
            </a:extLst>
          </p:cNvPr>
          <p:cNvSpPr/>
          <p:nvPr/>
        </p:nvSpPr>
        <p:spPr>
          <a:xfrm>
            <a:off x="5967878" y="1279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95FF200F-3847-C5AE-0296-3FDDD6339560}"/>
              </a:ext>
            </a:extLst>
          </p:cNvPr>
          <p:cNvSpPr/>
          <p:nvPr/>
        </p:nvSpPr>
        <p:spPr>
          <a:xfrm>
            <a:off x="6149573" y="1279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759284-CDD4-562E-036E-C94B30DAD94A}"/>
              </a:ext>
            </a:extLst>
          </p:cNvPr>
          <p:cNvSpPr/>
          <p:nvPr/>
        </p:nvSpPr>
        <p:spPr>
          <a:xfrm>
            <a:off x="6333173" y="1279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C872244F-339A-E5E3-09ED-F41E67C1739D}"/>
              </a:ext>
            </a:extLst>
          </p:cNvPr>
          <p:cNvSpPr/>
          <p:nvPr/>
        </p:nvSpPr>
        <p:spPr>
          <a:xfrm>
            <a:off x="5692373" y="1393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a:extLst>
              <a:ext uri="{FF2B5EF4-FFF2-40B4-BE49-F238E27FC236}">
                <a16:creationId xmlns:a16="http://schemas.microsoft.com/office/drawing/2014/main" id="{AEA44000-C478-0C69-EDAD-7E47426A6ACC}"/>
              </a:ext>
            </a:extLst>
          </p:cNvPr>
          <p:cNvSpPr/>
          <p:nvPr/>
        </p:nvSpPr>
        <p:spPr>
          <a:xfrm>
            <a:off x="5783273" y="1393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a:extLst>
              <a:ext uri="{FF2B5EF4-FFF2-40B4-BE49-F238E27FC236}">
                <a16:creationId xmlns:a16="http://schemas.microsoft.com/office/drawing/2014/main" id="{6C7445CE-B2D4-1856-FAE9-24E57E51E8EB}"/>
              </a:ext>
            </a:extLst>
          </p:cNvPr>
          <p:cNvSpPr/>
          <p:nvPr/>
        </p:nvSpPr>
        <p:spPr>
          <a:xfrm>
            <a:off x="5965973" y="1393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A71647CA-FC8D-4A43-F4E2-39822392E444}"/>
              </a:ext>
            </a:extLst>
          </p:cNvPr>
          <p:cNvSpPr/>
          <p:nvPr/>
        </p:nvSpPr>
        <p:spPr>
          <a:xfrm>
            <a:off x="6149573" y="1393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AE56771A-E85E-5C81-FB28-63E0E9D99D0B}"/>
              </a:ext>
            </a:extLst>
          </p:cNvPr>
          <p:cNvSpPr/>
          <p:nvPr/>
        </p:nvSpPr>
        <p:spPr>
          <a:xfrm>
            <a:off x="6333173" y="1393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F147F025-FA76-EB7A-D973-1A96F695B8DE}"/>
              </a:ext>
            </a:extLst>
          </p:cNvPr>
          <p:cNvSpPr/>
          <p:nvPr/>
        </p:nvSpPr>
        <p:spPr>
          <a:xfrm>
            <a:off x="5663933" y="22491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B8B6250D-4BC6-4961-6A81-C98D5AA67823}"/>
              </a:ext>
            </a:extLst>
          </p:cNvPr>
          <p:cNvSpPr/>
          <p:nvPr/>
        </p:nvSpPr>
        <p:spPr>
          <a:xfrm>
            <a:off x="5692373" y="2363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648B9ADA-10E1-BC38-EFCB-573EFDD3F170}"/>
              </a:ext>
            </a:extLst>
          </p:cNvPr>
          <p:cNvSpPr/>
          <p:nvPr/>
        </p:nvSpPr>
        <p:spPr>
          <a:xfrm>
            <a:off x="5783273" y="2363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a:extLst>
              <a:ext uri="{FF2B5EF4-FFF2-40B4-BE49-F238E27FC236}">
                <a16:creationId xmlns:a16="http://schemas.microsoft.com/office/drawing/2014/main" id="{72385AE5-71EF-B501-7A8D-EDB2AEAF4B61}"/>
              </a:ext>
            </a:extLst>
          </p:cNvPr>
          <p:cNvSpPr/>
          <p:nvPr/>
        </p:nvSpPr>
        <p:spPr>
          <a:xfrm>
            <a:off x="5967878" y="2363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a:extLst>
              <a:ext uri="{FF2B5EF4-FFF2-40B4-BE49-F238E27FC236}">
                <a16:creationId xmlns:a16="http://schemas.microsoft.com/office/drawing/2014/main" id="{FF0F9EB6-EB8B-2FB8-506F-CB89CE7FC80C}"/>
              </a:ext>
            </a:extLst>
          </p:cNvPr>
          <p:cNvSpPr/>
          <p:nvPr/>
        </p:nvSpPr>
        <p:spPr>
          <a:xfrm>
            <a:off x="6149573" y="2363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a:extLst>
              <a:ext uri="{FF2B5EF4-FFF2-40B4-BE49-F238E27FC236}">
                <a16:creationId xmlns:a16="http://schemas.microsoft.com/office/drawing/2014/main" id="{9D35A3D0-C0CE-6340-4569-294CA6C85D8F}"/>
              </a:ext>
            </a:extLst>
          </p:cNvPr>
          <p:cNvSpPr/>
          <p:nvPr/>
        </p:nvSpPr>
        <p:spPr>
          <a:xfrm>
            <a:off x="6333173" y="2363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a:extLst>
              <a:ext uri="{FF2B5EF4-FFF2-40B4-BE49-F238E27FC236}">
                <a16:creationId xmlns:a16="http://schemas.microsoft.com/office/drawing/2014/main" id="{9285B622-C39C-5A61-3254-578DB9E9F645}"/>
              </a:ext>
            </a:extLst>
          </p:cNvPr>
          <p:cNvSpPr/>
          <p:nvPr/>
        </p:nvSpPr>
        <p:spPr>
          <a:xfrm>
            <a:off x="5692373" y="2477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a:extLst>
              <a:ext uri="{FF2B5EF4-FFF2-40B4-BE49-F238E27FC236}">
                <a16:creationId xmlns:a16="http://schemas.microsoft.com/office/drawing/2014/main" id="{473AF3F2-C9DD-1360-47BB-4DF2DA58B803}"/>
              </a:ext>
            </a:extLst>
          </p:cNvPr>
          <p:cNvSpPr/>
          <p:nvPr/>
        </p:nvSpPr>
        <p:spPr>
          <a:xfrm>
            <a:off x="5783273" y="2477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a:extLst>
              <a:ext uri="{FF2B5EF4-FFF2-40B4-BE49-F238E27FC236}">
                <a16:creationId xmlns:a16="http://schemas.microsoft.com/office/drawing/2014/main" id="{3F96CA6C-05AA-3D3E-543E-2AB389FCB859}"/>
              </a:ext>
            </a:extLst>
          </p:cNvPr>
          <p:cNvSpPr/>
          <p:nvPr/>
        </p:nvSpPr>
        <p:spPr>
          <a:xfrm>
            <a:off x="5965973" y="2477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a:extLst>
              <a:ext uri="{FF2B5EF4-FFF2-40B4-BE49-F238E27FC236}">
                <a16:creationId xmlns:a16="http://schemas.microsoft.com/office/drawing/2014/main" id="{26334284-D821-3A71-530B-C0644AE95FCB}"/>
              </a:ext>
            </a:extLst>
          </p:cNvPr>
          <p:cNvSpPr/>
          <p:nvPr/>
        </p:nvSpPr>
        <p:spPr>
          <a:xfrm>
            <a:off x="6149573" y="2477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9A28635E-1DEB-0146-9183-0FCBA44F780D}"/>
              </a:ext>
            </a:extLst>
          </p:cNvPr>
          <p:cNvSpPr/>
          <p:nvPr/>
        </p:nvSpPr>
        <p:spPr>
          <a:xfrm>
            <a:off x="6333173" y="2477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a:extLst>
              <a:ext uri="{FF2B5EF4-FFF2-40B4-BE49-F238E27FC236}">
                <a16:creationId xmlns:a16="http://schemas.microsoft.com/office/drawing/2014/main" id="{CED665FD-4AAA-6928-FEE9-EBE429948FF4}"/>
              </a:ext>
            </a:extLst>
          </p:cNvPr>
          <p:cNvSpPr/>
          <p:nvPr/>
        </p:nvSpPr>
        <p:spPr>
          <a:xfrm>
            <a:off x="5663933" y="33327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E3D43885-87CE-B9BB-7C91-7FBC7BA730C9}"/>
              </a:ext>
            </a:extLst>
          </p:cNvPr>
          <p:cNvSpPr/>
          <p:nvPr/>
        </p:nvSpPr>
        <p:spPr>
          <a:xfrm>
            <a:off x="5692373" y="3446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a:extLst>
              <a:ext uri="{FF2B5EF4-FFF2-40B4-BE49-F238E27FC236}">
                <a16:creationId xmlns:a16="http://schemas.microsoft.com/office/drawing/2014/main" id="{62891113-7295-01CA-089B-7D1F2E5F06C4}"/>
              </a:ext>
            </a:extLst>
          </p:cNvPr>
          <p:cNvSpPr/>
          <p:nvPr/>
        </p:nvSpPr>
        <p:spPr>
          <a:xfrm>
            <a:off x="5783273" y="3446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a:extLst>
              <a:ext uri="{FF2B5EF4-FFF2-40B4-BE49-F238E27FC236}">
                <a16:creationId xmlns:a16="http://schemas.microsoft.com/office/drawing/2014/main" id="{CDC0ABB3-C093-773D-E706-AEEB7F2DF2B0}"/>
              </a:ext>
            </a:extLst>
          </p:cNvPr>
          <p:cNvSpPr/>
          <p:nvPr/>
        </p:nvSpPr>
        <p:spPr>
          <a:xfrm>
            <a:off x="5967878" y="3446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a:extLst>
              <a:ext uri="{FF2B5EF4-FFF2-40B4-BE49-F238E27FC236}">
                <a16:creationId xmlns:a16="http://schemas.microsoft.com/office/drawing/2014/main" id="{4A842676-B90E-4DE5-3BDC-4729C8BAFA79}"/>
              </a:ext>
            </a:extLst>
          </p:cNvPr>
          <p:cNvSpPr/>
          <p:nvPr/>
        </p:nvSpPr>
        <p:spPr>
          <a:xfrm>
            <a:off x="6149573" y="3446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BE57252A-9D8D-1976-357C-3E91891752B3}"/>
              </a:ext>
            </a:extLst>
          </p:cNvPr>
          <p:cNvSpPr/>
          <p:nvPr/>
        </p:nvSpPr>
        <p:spPr>
          <a:xfrm>
            <a:off x="6333173" y="3446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a:extLst>
              <a:ext uri="{FF2B5EF4-FFF2-40B4-BE49-F238E27FC236}">
                <a16:creationId xmlns:a16="http://schemas.microsoft.com/office/drawing/2014/main" id="{7741449E-9626-08B5-C7E5-43C9444B50D1}"/>
              </a:ext>
            </a:extLst>
          </p:cNvPr>
          <p:cNvSpPr/>
          <p:nvPr/>
        </p:nvSpPr>
        <p:spPr>
          <a:xfrm>
            <a:off x="5692373" y="3560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D46551CE-39C0-8B3F-133B-3F6ABFB27AB4}"/>
              </a:ext>
            </a:extLst>
          </p:cNvPr>
          <p:cNvSpPr/>
          <p:nvPr/>
        </p:nvSpPr>
        <p:spPr>
          <a:xfrm>
            <a:off x="5783273" y="3560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a:extLst>
              <a:ext uri="{FF2B5EF4-FFF2-40B4-BE49-F238E27FC236}">
                <a16:creationId xmlns:a16="http://schemas.microsoft.com/office/drawing/2014/main" id="{297BF10B-B9CB-78DC-71CB-046589DB706B}"/>
              </a:ext>
            </a:extLst>
          </p:cNvPr>
          <p:cNvSpPr/>
          <p:nvPr/>
        </p:nvSpPr>
        <p:spPr>
          <a:xfrm>
            <a:off x="5965973" y="3560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a:extLst>
              <a:ext uri="{FF2B5EF4-FFF2-40B4-BE49-F238E27FC236}">
                <a16:creationId xmlns:a16="http://schemas.microsoft.com/office/drawing/2014/main" id="{EE68129C-8D26-02C8-1325-F0CEEB2F67B5}"/>
              </a:ext>
            </a:extLst>
          </p:cNvPr>
          <p:cNvSpPr/>
          <p:nvPr/>
        </p:nvSpPr>
        <p:spPr>
          <a:xfrm>
            <a:off x="6149573" y="3560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6DA613F2-B19A-5A16-A624-903D42B69FE9}"/>
              </a:ext>
            </a:extLst>
          </p:cNvPr>
          <p:cNvSpPr/>
          <p:nvPr/>
        </p:nvSpPr>
        <p:spPr>
          <a:xfrm>
            <a:off x="6333173" y="3560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a:extLst>
              <a:ext uri="{FF2B5EF4-FFF2-40B4-BE49-F238E27FC236}">
                <a16:creationId xmlns:a16="http://schemas.microsoft.com/office/drawing/2014/main" id="{793BD833-1D08-4A8C-98FA-FCCA4D36CCFB}"/>
              </a:ext>
            </a:extLst>
          </p:cNvPr>
          <p:cNvSpPr/>
          <p:nvPr/>
        </p:nvSpPr>
        <p:spPr>
          <a:xfrm>
            <a:off x="5663933" y="44163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a:extLst>
              <a:ext uri="{FF2B5EF4-FFF2-40B4-BE49-F238E27FC236}">
                <a16:creationId xmlns:a16="http://schemas.microsoft.com/office/drawing/2014/main" id="{60B51A51-944D-F057-2F64-29964E5E018B}"/>
              </a:ext>
            </a:extLst>
          </p:cNvPr>
          <p:cNvSpPr/>
          <p:nvPr/>
        </p:nvSpPr>
        <p:spPr>
          <a:xfrm>
            <a:off x="5692373" y="4530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a:extLst>
              <a:ext uri="{FF2B5EF4-FFF2-40B4-BE49-F238E27FC236}">
                <a16:creationId xmlns:a16="http://schemas.microsoft.com/office/drawing/2014/main" id="{65D4B40E-641C-D8ED-CB6D-19E2579EE49E}"/>
              </a:ext>
            </a:extLst>
          </p:cNvPr>
          <p:cNvSpPr/>
          <p:nvPr/>
        </p:nvSpPr>
        <p:spPr>
          <a:xfrm>
            <a:off x="5783273" y="4530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a:extLst>
              <a:ext uri="{FF2B5EF4-FFF2-40B4-BE49-F238E27FC236}">
                <a16:creationId xmlns:a16="http://schemas.microsoft.com/office/drawing/2014/main" id="{7FFE3902-9BB1-4593-4547-DB4C8569B486}"/>
              </a:ext>
            </a:extLst>
          </p:cNvPr>
          <p:cNvSpPr/>
          <p:nvPr/>
        </p:nvSpPr>
        <p:spPr>
          <a:xfrm>
            <a:off x="5967878" y="4530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a:extLst>
              <a:ext uri="{FF2B5EF4-FFF2-40B4-BE49-F238E27FC236}">
                <a16:creationId xmlns:a16="http://schemas.microsoft.com/office/drawing/2014/main" id="{9A5E0228-DCC2-01B5-5795-B3CD0EA94ACC}"/>
              </a:ext>
            </a:extLst>
          </p:cNvPr>
          <p:cNvSpPr/>
          <p:nvPr/>
        </p:nvSpPr>
        <p:spPr>
          <a:xfrm>
            <a:off x="6149573" y="4530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030D7AE8-BCE1-ECAD-3D0C-E2894CE4975C}"/>
              </a:ext>
            </a:extLst>
          </p:cNvPr>
          <p:cNvSpPr/>
          <p:nvPr/>
        </p:nvSpPr>
        <p:spPr>
          <a:xfrm>
            <a:off x="6333173" y="4530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a:extLst>
              <a:ext uri="{FF2B5EF4-FFF2-40B4-BE49-F238E27FC236}">
                <a16:creationId xmlns:a16="http://schemas.microsoft.com/office/drawing/2014/main" id="{4464ABE6-BEAA-5B9B-4DB7-6EC75672C4AC}"/>
              </a:ext>
            </a:extLst>
          </p:cNvPr>
          <p:cNvSpPr/>
          <p:nvPr/>
        </p:nvSpPr>
        <p:spPr>
          <a:xfrm>
            <a:off x="5692373" y="4644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a:extLst>
              <a:ext uri="{FF2B5EF4-FFF2-40B4-BE49-F238E27FC236}">
                <a16:creationId xmlns:a16="http://schemas.microsoft.com/office/drawing/2014/main" id="{35C7A5A0-B1BA-4BF4-D006-44BB45B1C7DF}"/>
              </a:ext>
            </a:extLst>
          </p:cNvPr>
          <p:cNvSpPr/>
          <p:nvPr/>
        </p:nvSpPr>
        <p:spPr>
          <a:xfrm>
            <a:off x="5783273" y="4644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a:extLst>
              <a:ext uri="{FF2B5EF4-FFF2-40B4-BE49-F238E27FC236}">
                <a16:creationId xmlns:a16="http://schemas.microsoft.com/office/drawing/2014/main" id="{89B45810-F451-E23F-3AFB-517C478A9BB6}"/>
              </a:ext>
            </a:extLst>
          </p:cNvPr>
          <p:cNvSpPr/>
          <p:nvPr/>
        </p:nvSpPr>
        <p:spPr>
          <a:xfrm>
            <a:off x="5965973" y="4644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a:extLst>
              <a:ext uri="{FF2B5EF4-FFF2-40B4-BE49-F238E27FC236}">
                <a16:creationId xmlns:a16="http://schemas.microsoft.com/office/drawing/2014/main" id="{BC2C64DA-1F3B-9F65-EB40-6858D3AD9522}"/>
              </a:ext>
            </a:extLst>
          </p:cNvPr>
          <p:cNvSpPr/>
          <p:nvPr/>
        </p:nvSpPr>
        <p:spPr>
          <a:xfrm>
            <a:off x="6149573" y="4644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a:extLst>
              <a:ext uri="{FF2B5EF4-FFF2-40B4-BE49-F238E27FC236}">
                <a16:creationId xmlns:a16="http://schemas.microsoft.com/office/drawing/2014/main" id="{CEEAB5AC-1BD5-17EF-034C-3F97009B7C9B}"/>
              </a:ext>
            </a:extLst>
          </p:cNvPr>
          <p:cNvSpPr/>
          <p:nvPr/>
        </p:nvSpPr>
        <p:spPr>
          <a:xfrm>
            <a:off x="6333173" y="4644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a:extLst>
              <a:ext uri="{FF2B5EF4-FFF2-40B4-BE49-F238E27FC236}">
                <a16:creationId xmlns:a16="http://schemas.microsoft.com/office/drawing/2014/main" id="{79427CE3-88D6-4022-52C3-B2F2F50AB472}"/>
              </a:ext>
            </a:extLst>
          </p:cNvPr>
          <p:cNvSpPr/>
          <p:nvPr/>
        </p:nvSpPr>
        <p:spPr>
          <a:xfrm>
            <a:off x="5658593" y="54999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a:extLst>
              <a:ext uri="{FF2B5EF4-FFF2-40B4-BE49-F238E27FC236}">
                <a16:creationId xmlns:a16="http://schemas.microsoft.com/office/drawing/2014/main" id="{2A74927C-3A9D-C064-B5FD-2DAEF49DBCD7}"/>
              </a:ext>
            </a:extLst>
          </p:cNvPr>
          <p:cNvSpPr/>
          <p:nvPr/>
        </p:nvSpPr>
        <p:spPr>
          <a:xfrm>
            <a:off x="5687033" y="5614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a:extLst>
              <a:ext uri="{FF2B5EF4-FFF2-40B4-BE49-F238E27FC236}">
                <a16:creationId xmlns:a16="http://schemas.microsoft.com/office/drawing/2014/main" id="{721CD228-ADBD-5596-7CB2-9DF49B4F28D1}"/>
              </a:ext>
            </a:extLst>
          </p:cNvPr>
          <p:cNvSpPr/>
          <p:nvPr/>
        </p:nvSpPr>
        <p:spPr>
          <a:xfrm>
            <a:off x="5777933" y="5614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a:extLst>
              <a:ext uri="{FF2B5EF4-FFF2-40B4-BE49-F238E27FC236}">
                <a16:creationId xmlns:a16="http://schemas.microsoft.com/office/drawing/2014/main" id="{8279BC82-DC0F-2DA6-400D-122170992170}"/>
              </a:ext>
            </a:extLst>
          </p:cNvPr>
          <p:cNvSpPr/>
          <p:nvPr/>
        </p:nvSpPr>
        <p:spPr>
          <a:xfrm>
            <a:off x="5962538" y="5614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a:extLst>
              <a:ext uri="{FF2B5EF4-FFF2-40B4-BE49-F238E27FC236}">
                <a16:creationId xmlns:a16="http://schemas.microsoft.com/office/drawing/2014/main" id="{B07BBBF5-9996-7CB6-3B80-31A5081DE9CE}"/>
              </a:ext>
            </a:extLst>
          </p:cNvPr>
          <p:cNvSpPr/>
          <p:nvPr/>
        </p:nvSpPr>
        <p:spPr>
          <a:xfrm>
            <a:off x="6144233" y="5614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a:extLst>
              <a:ext uri="{FF2B5EF4-FFF2-40B4-BE49-F238E27FC236}">
                <a16:creationId xmlns:a16="http://schemas.microsoft.com/office/drawing/2014/main" id="{39B7EA67-A040-619E-AD2C-9E1B4E5E8EE4}"/>
              </a:ext>
            </a:extLst>
          </p:cNvPr>
          <p:cNvSpPr/>
          <p:nvPr/>
        </p:nvSpPr>
        <p:spPr>
          <a:xfrm>
            <a:off x="6327833" y="5614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a:extLst>
              <a:ext uri="{FF2B5EF4-FFF2-40B4-BE49-F238E27FC236}">
                <a16:creationId xmlns:a16="http://schemas.microsoft.com/office/drawing/2014/main" id="{A4812314-574E-DC8A-6DCF-79A9E7591CF6}"/>
              </a:ext>
            </a:extLst>
          </p:cNvPr>
          <p:cNvSpPr/>
          <p:nvPr/>
        </p:nvSpPr>
        <p:spPr>
          <a:xfrm>
            <a:off x="5687033" y="5727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a:extLst>
              <a:ext uri="{FF2B5EF4-FFF2-40B4-BE49-F238E27FC236}">
                <a16:creationId xmlns:a16="http://schemas.microsoft.com/office/drawing/2014/main" id="{6789988D-8037-101A-8273-520D1EF8C44D}"/>
              </a:ext>
            </a:extLst>
          </p:cNvPr>
          <p:cNvSpPr/>
          <p:nvPr/>
        </p:nvSpPr>
        <p:spPr>
          <a:xfrm>
            <a:off x="5777933" y="5727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a:extLst>
              <a:ext uri="{FF2B5EF4-FFF2-40B4-BE49-F238E27FC236}">
                <a16:creationId xmlns:a16="http://schemas.microsoft.com/office/drawing/2014/main" id="{4ACCE546-8B44-1C75-F1B7-1CD017661B99}"/>
              </a:ext>
            </a:extLst>
          </p:cNvPr>
          <p:cNvSpPr/>
          <p:nvPr/>
        </p:nvSpPr>
        <p:spPr>
          <a:xfrm>
            <a:off x="5960633" y="5727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a:extLst>
              <a:ext uri="{FF2B5EF4-FFF2-40B4-BE49-F238E27FC236}">
                <a16:creationId xmlns:a16="http://schemas.microsoft.com/office/drawing/2014/main" id="{9FB135FA-530F-354C-7B52-656EB50BF3E8}"/>
              </a:ext>
            </a:extLst>
          </p:cNvPr>
          <p:cNvSpPr/>
          <p:nvPr/>
        </p:nvSpPr>
        <p:spPr>
          <a:xfrm>
            <a:off x="6144233" y="5727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a:extLst>
              <a:ext uri="{FF2B5EF4-FFF2-40B4-BE49-F238E27FC236}">
                <a16:creationId xmlns:a16="http://schemas.microsoft.com/office/drawing/2014/main" id="{EFAB491C-8032-A8DA-C29D-22747274282B}"/>
              </a:ext>
            </a:extLst>
          </p:cNvPr>
          <p:cNvSpPr/>
          <p:nvPr/>
        </p:nvSpPr>
        <p:spPr>
          <a:xfrm>
            <a:off x="6327833" y="5727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a:extLst>
              <a:ext uri="{FF2B5EF4-FFF2-40B4-BE49-F238E27FC236}">
                <a16:creationId xmlns:a16="http://schemas.microsoft.com/office/drawing/2014/main" id="{0DFB3519-0CC8-6F4B-03A7-155D67B53F39}"/>
              </a:ext>
            </a:extLst>
          </p:cNvPr>
          <p:cNvSpPr/>
          <p:nvPr/>
        </p:nvSpPr>
        <p:spPr>
          <a:xfrm>
            <a:off x="5655413" y="65835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a:extLst>
              <a:ext uri="{FF2B5EF4-FFF2-40B4-BE49-F238E27FC236}">
                <a16:creationId xmlns:a16="http://schemas.microsoft.com/office/drawing/2014/main" id="{0AEAF738-B806-8406-019E-59FC0D21E515}"/>
              </a:ext>
            </a:extLst>
          </p:cNvPr>
          <p:cNvSpPr/>
          <p:nvPr/>
        </p:nvSpPr>
        <p:spPr>
          <a:xfrm>
            <a:off x="5683853" y="6697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a:extLst>
              <a:ext uri="{FF2B5EF4-FFF2-40B4-BE49-F238E27FC236}">
                <a16:creationId xmlns:a16="http://schemas.microsoft.com/office/drawing/2014/main" id="{9B33C4A9-6D9D-A327-655F-A1B80DDE8E20}"/>
              </a:ext>
            </a:extLst>
          </p:cNvPr>
          <p:cNvSpPr/>
          <p:nvPr/>
        </p:nvSpPr>
        <p:spPr>
          <a:xfrm>
            <a:off x="5774753" y="6697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a:extLst>
              <a:ext uri="{FF2B5EF4-FFF2-40B4-BE49-F238E27FC236}">
                <a16:creationId xmlns:a16="http://schemas.microsoft.com/office/drawing/2014/main" id="{FEC89767-E9B7-E27D-FC14-B7A67502EDEB}"/>
              </a:ext>
            </a:extLst>
          </p:cNvPr>
          <p:cNvSpPr/>
          <p:nvPr/>
        </p:nvSpPr>
        <p:spPr>
          <a:xfrm>
            <a:off x="5959358" y="6697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a:extLst>
              <a:ext uri="{FF2B5EF4-FFF2-40B4-BE49-F238E27FC236}">
                <a16:creationId xmlns:a16="http://schemas.microsoft.com/office/drawing/2014/main" id="{EC220C11-EDD2-724E-F8CD-8318E9117E22}"/>
              </a:ext>
            </a:extLst>
          </p:cNvPr>
          <p:cNvSpPr/>
          <p:nvPr/>
        </p:nvSpPr>
        <p:spPr>
          <a:xfrm>
            <a:off x="6141053" y="6697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a:extLst>
              <a:ext uri="{FF2B5EF4-FFF2-40B4-BE49-F238E27FC236}">
                <a16:creationId xmlns:a16="http://schemas.microsoft.com/office/drawing/2014/main" id="{146FB55A-CD49-D78F-8A4B-17B60C300552}"/>
              </a:ext>
            </a:extLst>
          </p:cNvPr>
          <p:cNvSpPr/>
          <p:nvPr/>
        </p:nvSpPr>
        <p:spPr>
          <a:xfrm>
            <a:off x="6324653" y="6697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a:extLst>
              <a:ext uri="{FF2B5EF4-FFF2-40B4-BE49-F238E27FC236}">
                <a16:creationId xmlns:a16="http://schemas.microsoft.com/office/drawing/2014/main" id="{A9A50A18-1D8F-1179-57DD-B845CA00C432}"/>
              </a:ext>
            </a:extLst>
          </p:cNvPr>
          <p:cNvSpPr/>
          <p:nvPr/>
        </p:nvSpPr>
        <p:spPr>
          <a:xfrm>
            <a:off x="5683853" y="6811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a:extLst>
              <a:ext uri="{FF2B5EF4-FFF2-40B4-BE49-F238E27FC236}">
                <a16:creationId xmlns:a16="http://schemas.microsoft.com/office/drawing/2014/main" id="{5E31266A-ABD0-DA7C-E830-947975486F0D}"/>
              </a:ext>
            </a:extLst>
          </p:cNvPr>
          <p:cNvSpPr/>
          <p:nvPr/>
        </p:nvSpPr>
        <p:spPr>
          <a:xfrm>
            <a:off x="5774753" y="6811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a:extLst>
              <a:ext uri="{FF2B5EF4-FFF2-40B4-BE49-F238E27FC236}">
                <a16:creationId xmlns:a16="http://schemas.microsoft.com/office/drawing/2014/main" id="{CDA381A6-7F6F-FEE6-4539-DDEB627917C6}"/>
              </a:ext>
            </a:extLst>
          </p:cNvPr>
          <p:cNvSpPr/>
          <p:nvPr/>
        </p:nvSpPr>
        <p:spPr>
          <a:xfrm>
            <a:off x="5957453" y="6811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a:extLst>
              <a:ext uri="{FF2B5EF4-FFF2-40B4-BE49-F238E27FC236}">
                <a16:creationId xmlns:a16="http://schemas.microsoft.com/office/drawing/2014/main" id="{721A1064-8089-D759-2164-B5F5EFDB31F8}"/>
              </a:ext>
            </a:extLst>
          </p:cNvPr>
          <p:cNvSpPr/>
          <p:nvPr/>
        </p:nvSpPr>
        <p:spPr>
          <a:xfrm>
            <a:off x="6141053" y="6811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a:extLst>
              <a:ext uri="{FF2B5EF4-FFF2-40B4-BE49-F238E27FC236}">
                <a16:creationId xmlns:a16="http://schemas.microsoft.com/office/drawing/2014/main" id="{9E12681A-3873-4E4F-191C-6374CBC97330}"/>
              </a:ext>
            </a:extLst>
          </p:cNvPr>
          <p:cNvSpPr/>
          <p:nvPr/>
        </p:nvSpPr>
        <p:spPr>
          <a:xfrm>
            <a:off x="6324653" y="6811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a:extLst>
              <a:ext uri="{FF2B5EF4-FFF2-40B4-BE49-F238E27FC236}">
                <a16:creationId xmlns:a16="http://schemas.microsoft.com/office/drawing/2014/main" id="{D509C028-0FCB-E602-98FD-4A6AE055B97C}"/>
              </a:ext>
            </a:extLst>
          </p:cNvPr>
          <p:cNvSpPr/>
          <p:nvPr/>
        </p:nvSpPr>
        <p:spPr>
          <a:xfrm>
            <a:off x="5655413" y="76671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a:extLst>
              <a:ext uri="{FF2B5EF4-FFF2-40B4-BE49-F238E27FC236}">
                <a16:creationId xmlns:a16="http://schemas.microsoft.com/office/drawing/2014/main" id="{E5A1F292-D9AB-5FFB-8DC4-6AD6CCB2C6E5}"/>
              </a:ext>
            </a:extLst>
          </p:cNvPr>
          <p:cNvSpPr/>
          <p:nvPr/>
        </p:nvSpPr>
        <p:spPr>
          <a:xfrm>
            <a:off x="5683853" y="7781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a:extLst>
              <a:ext uri="{FF2B5EF4-FFF2-40B4-BE49-F238E27FC236}">
                <a16:creationId xmlns:a16="http://schemas.microsoft.com/office/drawing/2014/main" id="{3EDCEB54-22CC-A30A-6F8D-EFD56CE5B9AE}"/>
              </a:ext>
            </a:extLst>
          </p:cNvPr>
          <p:cNvSpPr/>
          <p:nvPr/>
        </p:nvSpPr>
        <p:spPr>
          <a:xfrm>
            <a:off x="5774753" y="7781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a:extLst>
              <a:ext uri="{FF2B5EF4-FFF2-40B4-BE49-F238E27FC236}">
                <a16:creationId xmlns:a16="http://schemas.microsoft.com/office/drawing/2014/main" id="{19F43D8E-AD24-876C-BE74-7459DBACCB02}"/>
              </a:ext>
            </a:extLst>
          </p:cNvPr>
          <p:cNvSpPr/>
          <p:nvPr/>
        </p:nvSpPr>
        <p:spPr>
          <a:xfrm>
            <a:off x="5959358" y="7781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a:extLst>
              <a:ext uri="{FF2B5EF4-FFF2-40B4-BE49-F238E27FC236}">
                <a16:creationId xmlns:a16="http://schemas.microsoft.com/office/drawing/2014/main" id="{6983B5E7-B923-87F8-D9C0-9E0EB3F04C8D}"/>
              </a:ext>
            </a:extLst>
          </p:cNvPr>
          <p:cNvSpPr/>
          <p:nvPr/>
        </p:nvSpPr>
        <p:spPr>
          <a:xfrm>
            <a:off x="6141053" y="7781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a:extLst>
              <a:ext uri="{FF2B5EF4-FFF2-40B4-BE49-F238E27FC236}">
                <a16:creationId xmlns:a16="http://schemas.microsoft.com/office/drawing/2014/main" id="{F26C924C-054A-2FF1-6FEF-92FACDC7E49F}"/>
              </a:ext>
            </a:extLst>
          </p:cNvPr>
          <p:cNvSpPr/>
          <p:nvPr/>
        </p:nvSpPr>
        <p:spPr>
          <a:xfrm>
            <a:off x="6324653" y="7781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a:extLst>
              <a:ext uri="{FF2B5EF4-FFF2-40B4-BE49-F238E27FC236}">
                <a16:creationId xmlns:a16="http://schemas.microsoft.com/office/drawing/2014/main" id="{8A6303C5-E7ED-F66C-A42A-FCE0BB0A30D3}"/>
              </a:ext>
            </a:extLst>
          </p:cNvPr>
          <p:cNvSpPr/>
          <p:nvPr/>
        </p:nvSpPr>
        <p:spPr>
          <a:xfrm>
            <a:off x="5683853" y="7895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a:extLst>
              <a:ext uri="{FF2B5EF4-FFF2-40B4-BE49-F238E27FC236}">
                <a16:creationId xmlns:a16="http://schemas.microsoft.com/office/drawing/2014/main" id="{4E722553-1547-C75C-4C2E-53A59BCD048B}"/>
              </a:ext>
            </a:extLst>
          </p:cNvPr>
          <p:cNvSpPr/>
          <p:nvPr/>
        </p:nvSpPr>
        <p:spPr>
          <a:xfrm>
            <a:off x="5774753" y="7895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a:extLst>
              <a:ext uri="{FF2B5EF4-FFF2-40B4-BE49-F238E27FC236}">
                <a16:creationId xmlns:a16="http://schemas.microsoft.com/office/drawing/2014/main" id="{6A36980C-77FD-779F-9968-C08AFF675131}"/>
              </a:ext>
            </a:extLst>
          </p:cNvPr>
          <p:cNvSpPr/>
          <p:nvPr/>
        </p:nvSpPr>
        <p:spPr>
          <a:xfrm>
            <a:off x="5957453" y="7895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a:extLst>
              <a:ext uri="{FF2B5EF4-FFF2-40B4-BE49-F238E27FC236}">
                <a16:creationId xmlns:a16="http://schemas.microsoft.com/office/drawing/2014/main" id="{84C86E8F-DFD9-0820-9B8E-2CC366B124D1}"/>
              </a:ext>
            </a:extLst>
          </p:cNvPr>
          <p:cNvSpPr/>
          <p:nvPr/>
        </p:nvSpPr>
        <p:spPr>
          <a:xfrm>
            <a:off x="6141053" y="7895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a:extLst>
              <a:ext uri="{FF2B5EF4-FFF2-40B4-BE49-F238E27FC236}">
                <a16:creationId xmlns:a16="http://schemas.microsoft.com/office/drawing/2014/main" id="{C88D5FDD-C556-C9C6-85E7-DB82B1570E19}"/>
              </a:ext>
            </a:extLst>
          </p:cNvPr>
          <p:cNvSpPr/>
          <p:nvPr/>
        </p:nvSpPr>
        <p:spPr>
          <a:xfrm>
            <a:off x="6324653" y="7895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a:extLst>
              <a:ext uri="{FF2B5EF4-FFF2-40B4-BE49-F238E27FC236}">
                <a16:creationId xmlns:a16="http://schemas.microsoft.com/office/drawing/2014/main" id="{9DA7FC97-48CE-97FF-A299-ACC5DD33D705}"/>
              </a:ext>
            </a:extLst>
          </p:cNvPr>
          <p:cNvSpPr/>
          <p:nvPr/>
        </p:nvSpPr>
        <p:spPr>
          <a:xfrm>
            <a:off x="5665193" y="87507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a:extLst>
              <a:ext uri="{FF2B5EF4-FFF2-40B4-BE49-F238E27FC236}">
                <a16:creationId xmlns:a16="http://schemas.microsoft.com/office/drawing/2014/main" id="{294F151C-1CCA-F346-952F-EBE5DD912A34}"/>
              </a:ext>
            </a:extLst>
          </p:cNvPr>
          <p:cNvSpPr/>
          <p:nvPr/>
        </p:nvSpPr>
        <p:spPr>
          <a:xfrm>
            <a:off x="5693633" y="8864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a:extLst>
              <a:ext uri="{FF2B5EF4-FFF2-40B4-BE49-F238E27FC236}">
                <a16:creationId xmlns:a16="http://schemas.microsoft.com/office/drawing/2014/main" id="{30358E66-74BB-0A1E-938A-FBE70FAD8CF0}"/>
              </a:ext>
            </a:extLst>
          </p:cNvPr>
          <p:cNvSpPr/>
          <p:nvPr/>
        </p:nvSpPr>
        <p:spPr>
          <a:xfrm>
            <a:off x="5784533" y="8864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a:extLst>
              <a:ext uri="{FF2B5EF4-FFF2-40B4-BE49-F238E27FC236}">
                <a16:creationId xmlns:a16="http://schemas.microsoft.com/office/drawing/2014/main" id="{EA36729F-DD43-4DF2-F601-D04FF5C8A831}"/>
              </a:ext>
            </a:extLst>
          </p:cNvPr>
          <p:cNvSpPr/>
          <p:nvPr/>
        </p:nvSpPr>
        <p:spPr>
          <a:xfrm>
            <a:off x="5969138" y="8864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a:extLst>
              <a:ext uri="{FF2B5EF4-FFF2-40B4-BE49-F238E27FC236}">
                <a16:creationId xmlns:a16="http://schemas.microsoft.com/office/drawing/2014/main" id="{E871DD1C-870E-1D61-A9AA-8B8464C85907}"/>
              </a:ext>
            </a:extLst>
          </p:cNvPr>
          <p:cNvSpPr/>
          <p:nvPr/>
        </p:nvSpPr>
        <p:spPr>
          <a:xfrm>
            <a:off x="6150833" y="8864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a:extLst>
              <a:ext uri="{FF2B5EF4-FFF2-40B4-BE49-F238E27FC236}">
                <a16:creationId xmlns:a16="http://schemas.microsoft.com/office/drawing/2014/main" id="{695F2DBF-4D1A-DD2A-3B79-2D398274DD37}"/>
              </a:ext>
            </a:extLst>
          </p:cNvPr>
          <p:cNvSpPr/>
          <p:nvPr/>
        </p:nvSpPr>
        <p:spPr>
          <a:xfrm>
            <a:off x="6334433" y="8864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a:extLst>
              <a:ext uri="{FF2B5EF4-FFF2-40B4-BE49-F238E27FC236}">
                <a16:creationId xmlns:a16="http://schemas.microsoft.com/office/drawing/2014/main" id="{2FA95B18-CFA0-A07F-C55D-67049DDED32E}"/>
              </a:ext>
            </a:extLst>
          </p:cNvPr>
          <p:cNvSpPr/>
          <p:nvPr/>
        </p:nvSpPr>
        <p:spPr>
          <a:xfrm>
            <a:off x="5693633" y="8978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a:extLst>
              <a:ext uri="{FF2B5EF4-FFF2-40B4-BE49-F238E27FC236}">
                <a16:creationId xmlns:a16="http://schemas.microsoft.com/office/drawing/2014/main" id="{C2119EFA-7A7B-9FC8-77CF-9F86E8A611F6}"/>
              </a:ext>
            </a:extLst>
          </p:cNvPr>
          <p:cNvSpPr/>
          <p:nvPr/>
        </p:nvSpPr>
        <p:spPr>
          <a:xfrm>
            <a:off x="5784533" y="8978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a:extLst>
              <a:ext uri="{FF2B5EF4-FFF2-40B4-BE49-F238E27FC236}">
                <a16:creationId xmlns:a16="http://schemas.microsoft.com/office/drawing/2014/main" id="{75BBA37C-F28F-0532-00FF-65B21C4CC008}"/>
              </a:ext>
            </a:extLst>
          </p:cNvPr>
          <p:cNvSpPr/>
          <p:nvPr/>
        </p:nvSpPr>
        <p:spPr>
          <a:xfrm>
            <a:off x="5967233" y="8978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a:extLst>
              <a:ext uri="{FF2B5EF4-FFF2-40B4-BE49-F238E27FC236}">
                <a16:creationId xmlns:a16="http://schemas.microsoft.com/office/drawing/2014/main" id="{6A8EA84A-1B98-C3B6-374B-F7E1BB4AE82A}"/>
              </a:ext>
            </a:extLst>
          </p:cNvPr>
          <p:cNvSpPr/>
          <p:nvPr/>
        </p:nvSpPr>
        <p:spPr>
          <a:xfrm>
            <a:off x="6150833" y="8978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a:extLst>
              <a:ext uri="{FF2B5EF4-FFF2-40B4-BE49-F238E27FC236}">
                <a16:creationId xmlns:a16="http://schemas.microsoft.com/office/drawing/2014/main" id="{3E0BC2DF-BA37-7181-9533-CCD712103205}"/>
              </a:ext>
            </a:extLst>
          </p:cNvPr>
          <p:cNvSpPr/>
          <p:nvPr/>
        </p:nvSpPr>
        <p:spPr>
          <a:xfrm>
            <a:off x="6334433" y="8978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a:extLst>
              <a:ext uri="{FF2B5EF4-FFF2-40B4-BE49-F238E27FC236}">
                <a16:creationId xmlns:a16="http://schemas.microsoft.com/office/drawing/2014/main" id="{44DF1FBC-4278-6EEA-1E01-31663C53893C}"/>
              </a:ext>
            </a:extLst>
          </p:cNvPr>
          <p:cNvSpPr/>
          <p:nvPr/>
        </p:nvSpPr>
        <p:spPr>
          <a:xfrm>
            <a:off x="6759653" y="17205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a:extLst>
              <a:ext uri="{FF2B5EF4-FFF2-40B4-BE49-F238E27FC236}">
                <a16:creationId xmlns:a16="http://schemas.microsoft.com/office/drawing/2014/main" id="{296E3190-8077-CBAC-78AD-180348D2980C}"/>
              </a:ext>
            </a:extLst>
          </p:cNvPr>
          <p:cNvSpPr/>
          <p:nvPr/>
        </p:nvSpPr>
        <p:spPr>
          <a:xfrm>
            <a:off x="6788093" y="1834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a:extLst>
              <a:ext uri="{FF2B5EF4-FFF2-40B4-BE49-F238E27FC236}">
                <a16:creationId xmlns:a16="http://schemas.microsoft.com/office/drawing/2014/main" id="{B585677B-E14A-6FCC-55EF-90953CCFDA28}"/>
              </a:ext>
            </a:extLst>
          </p:cNvPr>
          <p:cNvSpPr/>
          <p:nvPr/>
        </p:nvSpPr>
        <p:spPr>
          <a:xfrm>
            <a:off x="6878993" y="1834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a:extLst>
              <a:ext uri="{FF2B5EF4-FFF2-40B4-BE49-F238E27FC236}">
                <a16:creationId xmlns:a16="http://schemas.microsoft.com/office/drawing/2014/main" id="{42421F58-BF56-18CB-6A01-3552AEDEAD39}"/>
              </a:ext>
            </a:extLst>
          </p:cNvPr>
          <p:cNvSpPr/>
          <p:nvPr/>
        </p:nvSpPr>
        <p:spPr>
          <a:xfrm>
            <a:off x="7063598" y="1834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a:extLst>
              <a:ext uri="{FF2B5EF4-FFF2-40B4-BE49-F238E27FC236}">
                <a16:creationId xmlns:a16="http://schemas.microsoft.com/office/drawing/2014/main" id="{280A736D-CF6B-2122-D7E4-4911C98D87EC}"/>
              </a:ext>
            </a:extLst>
          </p:cNvPr>
          <p:cNvSpPr/>
          <p:nvPr/>
        </p:nvSpPr>
        <p:spPr>
          <a:xfrm>
            <a:off x="7245293" y="1834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a:extLst>
              <a:ext uri="{FF2B5EF4-FFF2-40B4-BE49-F238E27FC236}">
                <a16:creationId xmlns:a16="http://schemas.microsoft.com/office/drawing/2014/main" id="{7AD9D390-4FDD-14D5-FE97-6DE9C13F5150}"/>
              </a:ext>
            </a:extLst>
          </p:cNvPr>
          <p:cNvSpPr/>
          <p:nvPr/>
        </p:nvSpPr>
        <p:spPr>
          <a:xfrm>
            <a:off x="7428893" y="1834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a:extLst>
              <a:ext uri="{FF2B5EF4-FFF2-40B4-BE49-F238E27FC236}">
                <a16:creationId xmlns:a16="http://schemas.microsoft.com/office/drawing/2014/main" id="{CAE2B82D-396D-3269-CA56-1FFC8FE1E60D}"/>
              </a:ext>
            </a:extLst>
          </p:cNvPr>
          <p:cNvSpPr/>
          <p:nvPr/>
        </p:nvSpPr>
        <p:spPr>
          <a:xfrm>
            <a:off x="6788093" y="1948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a:extLst>
              <a:ext uri="{FF2B5EF4-FFF2-40B4-BE49-F238E27FC236}">
                <a16:creationId xmlns:a16="http://schemas.microsoft.com/office/drawing/2014/main" id="{E1043B9F-8EEE-5478-9AFF-ADA8911BFC4F}"/>
              </a:ext>
            </a:extLst>
          </p:cNvPr>
          <p:cNvSpPr/>
          <p:nvPr/>
        </p:nvSpPr>
        <p:spPr>
          <a:xfrm>
            <a:off x="6878993" y="1948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a:extLst>
              <a:ext uri="{FF2B5EF4-FFF2-40B4-BE49-F238E27FC236}">
                <a16:creationId xmlns:a16="http://schemas.microsoft.com/office/drawing/2014/main" id="{1F2F522C-F8BA-BAFD-D186-EFE2B087717E}"/>
              </a:ext>
            </a:extLst>
          </p:cNvPr>
          <p:cNvSpPr/>
          <p:nvPr/>
        </p:nvSpPr>
        <p:spPr>
          <a:xfrm>
            <a:off x="7061693" y="1948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a:extLst>
              <a:ext uri="{FF2B5EF4-FFF2-40B4-BE49-F238E27FC236}">
                <a16:creationId xmlns:a16="http://schemas.microsoft.com/office/drawing/2014/main" id="{3573F9CA-3022-454D-B201-BFA9036EE4A6}"/>
              </a:ext>
            </a:extLst>
          </p:cNvPr>
          <p:cNvSpPr/>
          <p:nvPr/>
        </p:nvSpPr>
        <p:spPr>
          <a:xfrm>
            <a:off x="7245293" y="1948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a:extLst>
              <a:ext uri="{FF2B5EF4-FFF2-40B4-BE49-F238E27FC236}">
                <a16:creationId xmlns:a16="http://schemas.microsoft.com/office/drawing/2014/main" id="{CB7A853D-9ABB-D423-786D-F67ED9120338}"/>
              </a:ext>
            </a:extLst>
          </p:cNvPr>
          <p:cNvSpPr/>
          <p:nvPr/>
        </p:nvSpPr>
        <p:spPr>
          <a:xfrm>
            <a:off x="7428893" y="1948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a:extLst>
              <a:ext uri="{FF2B5EF4-FFF2-40B4-BE49-F238E27FC236}">
                <a16:creationId xmlns:a16="http://schemas.microsoft.com/office/drawing/2014/main" id="{D5371C25-ADF6-2995-D3E3-4DFA852E8FAA}"/>
              </a:ext>
            </a:extLst>
          </p:cNvPr>
          <p:cNvSpPr/>
          <p:nvPr/>
        </p:nvSpPr>
        <p:spPr>
          <a:xfrm>
            <a:off x="6759653" y="28041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a:extLst>
              <a:ext uri="{FF2B5EF4-FFF2-40B4-BE49-F238E27FC236}">
                <a16:creationId xmlns:a16="http://schemas.microsoft.com/office/drawing/2014/main" id="{04C07589-7CD1-84DA-5126-C979B2641827}"/>
              </a:ext>
            </a:extLst>
          </p:cNvPr>
          <p:cNvSpPr/>
          <p:nvPr/>
        </p:nvSpPr>
        <p:spPr>
          <a:xfrm>
            <a:off x="6788093" y="2918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a:extLst>
              <a:ext uri="{FF2B5EF4-FFF2-40B4-BE49-F238E27FC236}">
                <a16:creationId xmlns:a16="http://schemas.microsoft.com/office/drawing/2014/main" id="{6A65C2FE-6E82-5DC6-E339-FAC6B316F26F}"/>
              </a:ext>
            </a:extLst>
          </p:cNvPr>
          <p:cNvSpPr/>
          <p:nvPr/>
        </p:nvSpPr>
        <p:spPr>
          <a:xfrm>
            <a:off x="6878993" y="2918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a:extLst>
              <a:ext uri="{FF2B5EF4-FFF2-40B4-BE49-F238E27FC236}">
                <a16:creationId xmlns:a16="http://schemas.microsoft.com/office/drawing/2014/main" id="{200B8A83-D0F8-EBB0-E579-33BB7B23F22E}"/>
              </a:ext>
            </a:extLst>
          </p:cNvPr>
          <p:cNvSpPr/>
          <p:nvPr/>
        </p:nvSpPr>
        <p:spPr>
          <a:xfrm>
            <a:off x="7063598" y="2918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a:extLst>
              <a:ext uri="{FF2B5EF4-FFF2-40B4-BE49-F238E27FC236}">
                <a16:creationId xmlns:a16="http://schemas.microsoft.com/office/drawing/2014/main" id="{DF4491BF-966D-4B40-BED6-5FF01E9D24F0}"/>
              </a:ext>
            </a:extLst>
          </p:cNvPr>
          <p:cNvSpPr/>
          <p:nvPr/>
        </p:nvSpPr>
        <p:spPr>
          <a:xfrm>
            <a:off x="7245293" y="2918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a:extLst>
              <a:ext uri="{FF2B5EF4-FFF2-40B4-BE49-F238E27FC236}">
                <a16:creationId xmlns:a16="http://schemas.microsoft.com/office/drawing/2014/main" id="{E56A30D3-B215-639B-C33C-F76FDB0E3BCD}"/>
              </a:ext>
            </a:extLst>
          </p:cNvPr>
          <p:cNvSpPr/>
          <p:nvPr/>
        </p:nvSpPr>
        <p:spPr>
          <a:xfrm>
            <a:off x="7428893" y="2918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a:extLst>
              <a:ext uri="{FF2B5EF4-FFF2-40B4-BE49-F238E27FC236}">
                <a16:creationId xmlns:a16="http://schemas.microsoft.com/office/drawing/2014/main" id="{AB2570F0-6E40-7A43-AB3B-83E17F345632}"/>
              </a:ext>
            </a:extLst>
          </p:cNvPr>
          <p:cNvSpPr/>
          <p:nvPr/>
        </p:nvSpPr>
        <p:spPr>
          <a:xfrm>
            <a:off x="6788093" y="3032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a:extLst>
              <a:ext uri="{FF2B5EF4-FFF2-40B4-BE49-F238E27FC236}">
                <a16:creationId xmlns:a16="http://schemas.microsoft.com/office/drawing/2014/main" id="{A93EC0E0-1A60-8FC9-3056-374EE0F0BDAB}"/>
              </a:ext>
            </a:extLst>
          </p:cNvPr>
          <p:cNvSpPr/>
          <p:nvPr/>
        </p:nvSpPr>
        <p:spPr>
          <a:xfrm>
            <a:off x="6878993" y="3032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a:extLst>
              <a:ext uri="{FF2B5EF4-FFF2-40B4-BE49-F238E27FC236}">
                <a16:creationId xmlns:a16="http://schemas.microsoft.com/office/drawing/2014/main" id="{ED964F74-A933-ECA7-8FEF-5BB908E52B4A}"/>
              </a:ext>
            </a:extLst>
          </p:cNvPr>
          <p:cNvSpPr/>
          <p:nvPr/>
        </p:nvSpPr>
        <p:spPr>
          <a:xfrm>
            <a:off x="7061693" y="3032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a:extLst>
              <a:ext uri="{FF2B5EF4-FFF2-40B4-BE49-F238E27FC236}">
                <a16:creationId xmlns:a16="http://schemas.microsoft.com/office/drawing/2014/main" id="{414EF812-52FE-A5A3-D6D7-C52B9038A712}"/>
              </a:ext>
            </a:extLst>
          </p:cNvPr>
          <p:cNvSpPr/>
          <p:nvPr/>
        </p:nvSpPr>
        <p:spPr>
          <a:xfrm>
            <a:off x="7245293" y="3032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a:extLst>
              <a:ext uri="{FF2B5EF4-FFF2-40B4-BE49-F238E27FC236}">
                <a16:creationId xmlns:a16="http://schemas.microsoft.com/office/drawing/2014/main" id="{E76290E5-1708-70FC-648D-557656C5A7A5}"/>
              </a:ext>
            </a:extLst>
          </p:cNvPr>
          <p:cNvSpPr/>
          <p:nvPr/>
        </p:nvSpPr>
        <p:spPr>
          <a:xfrm>
            <a:off x="7428893" y="3032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a:extLst>
              <a:ext uri="{FF2B5EF4-FFF2-40B4-BE49-F238E27FC236}">
                <a16:creationId xmlns:a16="http://schemas.microsoft.com/office/drawing/2014/main" id="{2DE99B8B-5AE3-2875-817D-A999EF9FADF3}"/>
              </a:ext>
            </a:extLst>
          </p:cNvPr>
          <p:cNvSpPr/>
          <p:nvPr/>
        </p:nvSpPr>
        <p:spPr>
          <a:xfrm>
            <a:off x="6759653" y="38877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a:extLst>
              <a:ext uri="{FF2B5EF4-FFF2-40B4-BE49-F238E27FC236}">
                <a16:creationId xmlns:a16="http://schemas.microsoft.com/office/drawing/2014/main" id="{158D21FD-7DED-CEC2-C897-B37A0B1E159E}"/>
              </a:ext>
            </a:extLst>
          </p:cNvPr>
          <p:cNvSpPr/>
          <p:nvPr/>
        </p:nvSpPr>
        <p:spPr>
          <a:xfrm>
            <a:off x="6788093" y="4001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a:extLst>
              <a:ext uri="{FF2B5EF4-FFF2-40B4-BE49-F238E27FC236}">
                <a16:creationId xmlns:a16="http://schemas.microsoft.com/office/drawing/2014/main" id="{B2861EDD-D97A-6FBD-2846-E178DB714D69}"/>
              </a:ext>
            </a:extLst>
          </p:cNvPr>
          <p:cNvSpPr/>
          <p:nvPr/>
        </p:nvSpPr>
        <p:spPr>
          <a:xfrm>
            <a:off x="6878993" y="4001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a:extLst>
              <a:ext uri="{FF2B5EF4-FFF2-40B4-BE49-F238E27FC236}">
                <a16:creationId xmlns:a16="http://schemas.microsoft.com/office/drawing/2014/main" id="{2F68CC4E-7893-16BC-BF3C-161226EB827F}"/>
              </a:ext>
            </a:extLst>
          </p:cNvPr>
          <p:cNvSpPr/>
          <p:nvPr/>
        </p:nvSpPr>
        <p:spPr>
          <a:xfrm>
            <a:off x="7063598" y="4001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a:extLst>
              <a:ext uri="{FF2B5EF4-FFF2-40B4-BE49-F238E27FC236}">
                <a16:creationId xmlns:a16="http://schemas.microsoft.com/office/drawing/2014/main" id="{4FD05E39-9AE0-B692-7CAC-154AF7C8CCEA}"/>
              </a:ext>
            </a:extLst>
          </p:cNvPr>
          <p:cNvSpPr/>
          <p:nvPr/>
        </p:nvSpPr>
        <p:spPr>
          <a:xfrm>
            <a:off x="7245293" y="4001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a:extLst>
              <a:ext uri="{FF2B5EF4-FFF2-40B4-BE49-F238E27FC236}">
                <a16:creationId xmlns:a16="http://schemas.microsoft.com/office/drawing/2014/main" id="{60D61846-BAF2-5440-A2A0-05BD3FEF3229}"/>
              </a:ext>
            </a:extLst>
          </p:cNvPr>
          <p:cNvSpPr/>
          <p:nvPr/>
        </p:nvSpPr>
        <p:spPr>
          <a:xfrm>
            <a:off x="7428893" y="4001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a:extLst>
              <a:ext uri="{FF2B5EF4-FFF2-40B4-BE49-F238E27FC236}">
                <a16:creationId xmlns:a16="http://schemas.microsoft.com/office/drawing/2014/main" id="{32AA6F7E-804F-1AF0-84F5-F812EDDED664}"/>
              </a:ext>
            </a:extLst>
          </p:cNvPr>
          <p:cNvSpPr/>
          <p:nvPr/>
        </p:nvSpPr>
        <p:spPr>
          <a:xfrm>
            <a:off x="6788093" y="4115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a:extLst>
              <a:ext uri="{FF2B5EF4-FFF2-40B4-BE49-F238E27FC236}">
                <a16:creationId xmlns:a16="http://schemas.microsoft.com/office/drawing/2014/main" id="{A34CCC24-BE38-6B8C-8C39-B4ADCE7F32F9}"/>
              </a:ext>
            </a:extLst>
          </p:cNvPr>
          <p:cNvSpPr/>
          <p:nvPr/>
        </p:nvSpPr>
        <p:spPr>
          <a:xfrm>
            <a:off x="6878993" y="4115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8718ADC1-6223-9ABB-ED8A-1E76FBF70416}"/>
              </a:ext>
            </a:extLst>
          </p:cNvPr>
          <p:cNvSpPr/>
          <p:nvPr/>
        </p:nvSpPr>
        <p:spPr>
          <a:xfrm>
            <a:off x="7061693" y="4115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C6DFEE94-6374-F3F9-2EDA-E7A0E8DE704F}"/>
              </a:ext>
            </a:extLst>
          </p:cNvPr>
          <p:cNvSpPr/>
          <p:nvPr/>
        </p:nvSpPr>
        <p:spPr>
          <a:xfrm>
            <a:off x="7245293" y="4115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CC653419-B16B-8033-122A-4C1CC102A4E9}"/>
              </a:ext>
            </a:extLst>
          </p:cNvPr>
          <p:cNvSpPr/>
          <p:nvPr/>
        </p:nvSpPr>
        <p:spPr>
          <a:xfrm>
            <a:off x="7428893" y="4115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a:extLst>
              <a:ext uri="{FF2B5EF4-FFF2-40B4-BE49-F238E27FC236}">
                <a16:creationId xmlns:a16="http://schemas.microsoft.com/office/drawing/2014/main" id="{C0BC0962-5CBA-544C-9CA2-4284CBCEB710}"/>
              </a:ext>
            </a:extLst>
          </p:cNvPr>
          <p:cNvSpPr/>
          <p:nvPr/>
        </p:nvSpPr>
        <p:spPr>
          <a:xfrm>
            <a:off x="6759653" y="49713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a:extLst>
              <a:ext uri="{FF2B5EF4-FFF2-40B4-BE49-F238E27FC236}">
                <a16:creationId xmlns:a16="http://schemas.microsoft.com/office/drawing/2014/main" id="{6E22AD93-FCD7-9F64-625B-88BC8CB23F74}"/>
              </a:ext>
            </a:extLst>
          </p:cNvPr>
          <p:cNvSpPr/>
          <p:nvPr/>
        </p:nvSpPr>
        <p:spPr>
          <a:xfrm>
            <a:off x="6788093" y="5085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a:extLst>
              <a:ext uri="{FF2B5EF4-FFF2-40B4-BE49-F238E27FC236}">
                <a16:creationId xmlns:a16="http://schemas.microsoft.com/office/drawing/2014/main" id="{426F1FCB-9C2E-5EBC-8C43-24157CBC89CC}"/>
              </a:ext>
            </a:extLst>
          </p:cNvPr>
          <p:cNvSpPr/>
          <p:nvPr/>
        </p:nvSpPr>
        <p:spPr>
          <a:xfrm>
            <a:off x="6878993" y="5085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a:extLst>
              <a:ext uri="{FF2B5EF4-FFF2-40B4-BE49-F238E27FC236}">
                <a16:creationId xmlns:a16="http://schemas.microsoft.com/office/drawing/2014/main" id="{43CBDD35-046E-1798-B980-9E5549EEF5AC}"/>
              </a:ext>
            </a:extLst>
          </p:cNvPr>
          <p:cNvSpPr/>
          <p:nvPr/>
        </p:nvSpPr>
        <p:spPr>
          <a:xfrm>
            <a:off x="7063598" y="5085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a:extLst>
              <a:ext uri="{FF2B5EF4-FFF2-40B4-BE49-F238E27FC236}">
                <a16:creationId xmlns:a16="http://schemas.microsoft.com/office/drawing/2014/main" id="{D5E44782-7A51-4F49-CF6E-8C4917993F75}"/>
              </a:ext>
            </a:extLst>
          </p:cNvPr>
          <p:cNvSpPr/>
          <p:nvPr/>
        </p:nvSpPr>
        <p:spPr>
          <a:xfrm>
            <a:off x="7245293" y="5085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a:extLst>
              <a:ext uri="{FF2B5EF4-FFF2-40B4-BE49-F238E27FC236}">
                <a16:creationId xmlns:a16="http://schemas.microsoft.com/office/drawing/2014/main" id="{44541C2E-8EF8-A5C4-2852-0566D4BC2C8E}"/>
              </a:ext>
            </a:extLst>
          </p:cNvPr>
          <p:cNvSpPr/>
          <p:nvPr/>
        </p:nvSpPr>
        <p:spPr>
          <a:xfrm>
            <a:off x="7428893" y="50854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919DE229-D64E-2A14-C8B5-6236871CEF20}"/>
              </a:ext>
            </a:extLst>
          </p:cNvPr>
          <p:cNvSpPr/>
          <p:nvPr/>
        </p:nvSpPr>
        <p:spPr>
          <a:xfrm>
            <a:off x="6788093" y="5199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a:extLst>
              <a:ext uri="{FF2B5EF4-FFF2-40B4-BE49-F238E27FC236}">
                <a16:creationId xmlns:a16="http://schemas.microsoft.com/office/drawing/2014/main" id="{9E0E89CA-4E3A-314E-98EF-D9832DB76BF0}"/>
              </a:ext>
            </a:extLst>
          </p:cNvPr>
          <p:cNvSpPr/>
          <p:nvPr/>
        </p:nvSpPr>
        <p:spPr>
          <a:xfrm>
            <a:off x="6878993" y="5199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a:extLst>
              <a:ext uri="{FF2B5EF4-FFF2-40B4-BE49-F238E27FC236}">
                <a16:creationId xmlns:a16="http://schemas.microsoft.com/office/drawing/2014/main" id="{EE3E0D18-47E7-5545-A24C-9884951EAD8D}"/>
              </a:ext>
            </a:extLst>
          </p:cNvPr>
          <p:cNvSpPr/>
          <p:nvPr/>
        </p:nvSpPr>
        <p:spPr>
          <a:xfrm>
            <a:off x="7061693" y="5199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a:extLst>
              <a:ext uri="{FF2B5EF4-FFF2-40B4-BE49-F238E27FC236}">
                <a16:creationId xmlns:a16="http://schemas.microsoft.com/office/drawing/2014/main" id="{96241F59-9BD8-802E-0538-469D862FD95D}"/>
              </a:ext>
            </a:extLst>
          </p:cNvPr>
          <p:cNvSpPr/>
          <p:nvPr/>
        </p:nvSpPr>
        <p:spPr>
          <a:xfrm>
            <a:off x="7245293" y="5199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a:extLst>
              <a:ext uri="{FF2B5EF4-FFF2-40B4-BE49-F238E27FC236}">
                <a16:creationId xmlns:a16="http://schemas.microsoft.com/office/drawing/2014/main" id="{E67A451D-CB36-B629-B671-4026F145E8F7}"/>
              </a:ext>
            </a:extLst>
          </p:cNvPr>
          <p:cNvSpPr/>
          <p:nvPr/>
        </p:nvSpPr>
        <p:spPr>
          <a:xfrm>
            <a:off x="7428893" y="51992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a:extLst>
              <a:ext uri="{FF2B5EF4-FFF2-40B4-BE49-F238E27FC236}">
                <a16:creationId xmlns:a16="http://schemas.microsoft.com/office/drawing/2014/main" id="{18987D74-5B4C-666D-A4A8-1EB1C4A990AD}"/>
              </a:ext>
            </a:extLst>
          </p:cNvPr>
          <p:cNvSpPr/>
          <p:nvPr/>
        </p:nvSpPr>
        <p:spPr>
          <a:xfrm>
            <a:off x="6754313" y="60549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a:extLst>
              <a:ext uri="{FF2B5EF4-FFF2-40B4-BE49-F238E27FC236}">
                <a16:creationId xmlns:a16="http://schemas.microsoft.com/office/drawing/2014/main" id="{B22BDCA7-DBF1-DE06-780E-6C7D7F2AF269}"/>
              </a:ext>
            </a:extLst>
          </p:cNvPr>
          <p:cNvSpPr/>
          <p:nvPr/>
        </p:nvSpPr>
        <p:spPr>
          <a:xfrm>
            <a:off x="6782753" y="6169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a:extLst>
              <a:ext uri="{FF2B5EF4-FFF2-40B4-BE49-F238E27FC236}">
                <a16:creationId xmlns:a16="http://schemas.microsoft.com/office/drawing/2014/main" id="{08B061C9-80E4-296D-535C-675819F41090}"/>
              </a:ext>
            </a:extLst>
          </p:cNvPr>
          <p:cNvSpPr/>
          <p:nvPr/>
        </p:nvSpPr>
        <p:spPr>
          <a:xfrm>
            <a:off x="6873653" y="6169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4885CA6D-FFC1-651E-F30B-DE1119CC6DCA}"/>
              </a:ext>
            </a:extLst>
          </p:cNvPr>
          <p:cNvSpPr/>
          <p:nvPr/>
        </p:nvSpPr>
        <p:spPr>
          <a:xfrm>
            <a:off x="7058258" y="6169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a:extLst>
              <a:ext uri="{FF2B5EF4-FFF2-40B4-BE49-F238E27FC236}">
                <a16:creationId xmlns:a16="http://schemas.microsoft.com/office/drawing/2014/main" id="{6333CD60-64C3-EFC2-33FC-999A5475F211}"/>
              </a:ext>
            </a:extLst>
          </p:cNvPr>
          <p:cNvSpPr/>
          <p:nvPr/>
        </p:nvSpPr>
        <p:spPr>
          <a:xfrm>
            <a:off x="7239953" y="6169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a:extLst>
              <a:ext uri="{FF2B5EF4-FFF2-40B4-BE49-F238E27FC236}">
                <a16:creationId xmlns:a16="http://schemas.microsoft.com/office/drawing/2014/main" id="{F34FFF00-6E77-F19E-82D0-2A9CBDE000C7}"/>
              </a:ext>
            </a:extLst>
          </p:cNvPr>
          <p:cNvSpPr/>
          <p:nvPr/>
        </p:nvSpPr>
        <p:spPr>
          <a:xfrm>
            <a:off x="7423553" y="61690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a:extLst>
              <a:ext uri="{FF2B5EF4-FFF2-40B4-BE49-F238E27FC236}">
                <a16:creationId xmlns:a16="http://schemas.microsoft.com/office/drawing/2014/main" id="{32C05DCD-C05C-5CE5-B43B-2256B2323C5B}"/>
              </a:ext>
            </a:extLst>
          </p:cNvPr>
          <p:cNvSpPr/>
          <p:nvPr/>
        </p:nvSpPr>
        <p:spPr>
          <a:xfrm>
            <a:off x="6782753" y="6282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a:extLst>
              <a:ext uri="{FF2B5EF4-FFF2-40B4-BE49-F238E27FC236}">
                <a16:creationId xmlns:a16="http://schemas.microsoft.com/office/drawing/2014/main" id="{7CEAB93E-229B-04DA-01E7-C89E8AB02FB7}"/>
              </a:ext>
            </a:extLst>
          </p:cNvPr>
          <p:cNvSpPr/>
          <p:nvPr/>
        </p:nvSpPr>
        <p:spPr>
          <a:xfrm>
            <a:off x="6873653" y="6282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DC6F8CA7-53C5-42C4-0EF2-8275A35CCD12}"/>
              </a:ext>
            </a:extLst>
          </p:cNvPr>
          <p:cNvSpPr/>
          <p:nvPr/>
        </p:nvSpPr>
        <p:spPr>
          <a:xfrm>
            <a:off x="7056353" y="6282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a:extLst>
              <a:ext uri="{FF2B5EF4-FFF2-40B4-BE49-F238E27FC236}">
                <a16:creationId xmlns:a16="http://schemas.microsoft.com/office/drawing/2014/main" id="{F928E4B4-4AFC-A759-74DD-BB8B877EEC47}"/>
              </a:ext>
            </a:extLst>
          </p:cNvPr>
          <p:cNvSpPr/>
          <p:nvPr/>
        </p:nvSpPr>
        <p:spPr>
          <a:xfrm>
            <a:off x="7239953" y="6282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a:extLst>
              <a:ext uri="{FF2B5EF4-FFF2-40B4-BE49-F238E27FC236}">
                <a16:creationId xmlns:a16="http://schemas.microsoft.com/office/drawing/2014/main" id="{69936C1C-8AD6-6023-8DCE-2F31A9A869A4}"/>
              </a:ext>
            </a:extLst>
          </p:cNvPr>
          <p:cNvSpPr/>
          <p:nvPr/>
        </p:nvSpPr>
        <p:spPr>
          <a:xfrm>
            <a:off x="7423553" y="62828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a:extLst>
              <a:ext uri="{FF2B5EF4-FFF2-40B4-BE49-F238E27FC236}">
                <a16:creationId xmlns:a16="http://schemas.microsoft.com/office/drawing/2014/main" id="{D05B3A6C-A0FB-B1DB-5046-BA8B00D0C93B}"/>
              </a:ext>
            </a:extLst>
          </p:cNvPr>
          <p:cNvSpPr/>
          <p:nvPr/>
        </p:nvSpPr>
        <p:spPr>
          <a:xfrm>
            <a:off x="6751133" y="71385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a:extLst>
              <a:ext uri="{FF2B5EF4-FFF2-40B4-BE49-F238E27FC236}">
                <a16:creationId xmlns:a16="http://schemas.microsoft.com/office/drawing/2014/main" id="{12062548-7674-4547-A162-C6D61D07FF57}"/>
              </a:ext>
            </a:extLst>
          </p:cNvPr>
          <p:cNvSpPr/>
          <p:nvPr/>
        </p:nvSpPr>
        <p:spPr>
          <a:xfrm>
            <a:off x="6779573" y="7252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a:extLst>
              <a:ext uri="{FF2B5EF4-FFF2-40B4-BE49-F238E27FC236}">
                <a16:creationId xmlns:a16="http://schemas.microsoft.com/office/drawing/2014/main" id="{2EEEAE09-DDF2-3A53-1D13-D2823A3A52DE}"/>
              </a:ext>
            </a:extLst>
          </p:cNvPr>
          <p:cNvSpPr/>
          <p:nvPr/>
        </p:nvSpPr>
        <p:spPr>
          <a:xfrm>
            <a:off x="6870473" y="7252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a:extLst>
              <a:ext uri="{FF2B5EF4-FFF2-40B4-BE49-F238E27FC236}">
                <a16:creationId xmlns:a16="http://schemas.microsoft.com/office/drawing/2014/main" id="{AC7BDA99-77B3-50D2-B48C-7AD421DD4E29}"/>
              </a:ext>
            </a:extLst>
          </p:cNvPr>
          <p:cNvSpPr/>
          <p:nvPr/>
        </p:nvSpPr>
        <p:spPr>
          <a:xfrm>
            <a:off x="7055078" y="7252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a:extLst>
              <a:ext uri="{FF2B5EF4-FFF2-40B4-BE49-F238E27FC236}">
                <a16:creationId xmlns:a16="http://schemas.microsoft.com/office/drawing/2014/main" id="{D92798D4-5E9E-FEE3-4C6B-B7E98FB6A502}"/>
              </a:ext>
            </a:extLst>
          </p:cNvPr>
          <p:cNvSpPr/>
          <p:nvPr/>
        </p:nvSpPr>
        <p:spPr>
          <a:xfrm>
            <a:off x="7236773" y="7252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a:extLst>
              <a:ext uri="{FF2B5EF4-FFF2-40B4-BE49-F238E27FC236}">
                <a16:creationId xmlns:a16="http://schemas.microsoft.com/office/drawing/2014/main" id="{AED2A81A-AE1D-1259-CEC1-BE4AA4C1B1BC}"/>
              </a:ext>
            </a:extLst>
          </p:cNvPr>
          <p:cNvSpPr/>
          <p:nvPr/>
        </p:nvSpPr>
        <p:spPr>
          <a:xfrm>
            <a:off x="7420373" y="72526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a:extLst>
              <a:ext uri="{FF2B5EF4-FFF2-40B4-BE49-F238E27FC236}">
                <a16:creationId xmlns:a16="http://schemas.microsoft.com/office/drawing/2014/main" id="{D81E87E6-EDD2-9244-E1AA-E958CC5EB2F2}"/>
              </a:ext>
            </a:extLst>
          </p:cNvPr>
          <p:cNvSpPr/>
          <p:nvPr/>
        </p:nvSpPr>
        <p:spPr>
          <a:xfrm>
            <a:off x="6779573" y="7366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a:extLst>
              <a:ext uri="{FF2B5EF4-FFF2-40B4-BE49-F238E27FC236}">
                <a16:creationId xmlns:a16="http://schemas.microsoft.com/office/drawing/2014/main" id="{FD26141C-1655-46E4-6729-8DEFD8ECA6A0}"/>
              </a:ext>
            </a:extLst>
          </p:cNvPr>
          <p:cNvSpPr/>
          <p:nvPr/>
        </p:nvSpPr>
        <p:spPr>
          <a:xfrm>
            <a:off x="6870473" y="7366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a:extLst>
              <a:ext uri="{FF2B5EF4-FFF2-40B4-BE49-F238E27FC236}">
                <a16:creationId xmlns:a16="http://schemas.microsoft.com/office/drawing/2014/main" id="{D024C5EE-1572-FB51-3F86-60454A429596}"/>
              </a:ext>
            </a:extLst>
          </p:cNvPr>
          <p:cNvSpPr/>
          <p:nvPr/>
        </p:nvSpPr>
        <p:spPr>
          <a:xfrm>
            <a:off x="7053173" y="7366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a:extLst>
              <a:ext uri="{FF2B5EF4-FFF2-40B4-BE49-F238E27FC236}">
                <a16:creationId xmlns:a16="http://schemas.microsoft.com/office/drawing/2014/main" id="{5DDF6028-6886-7CF2-74BE-E353750C61B3}"/>
              </a:ext>
            </a:extLst>
          </p:cNvPr>
          <p:cNvSpPr/>
          <p:nvPr/>
        </p:nvSpPr>
        <p:spPr>
          <a:xfrm>
            <a:off x="7236773" y="7366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a:extLst>
              <a:ext uri="{FF2B5EF4-FFF2-40B4-BE49-F238E27FC236}">
                <a16:creationId xmlns:a16="http://schemas.microsoft.com/office/drawing/2014/main" id="{DD1D0E98-BE49-0ECF-B20B-BD8BF4EA4C28}"/>
              </a:ext>
            </a:extLst>
          </p:cNvPr>
          <p:cNvSpPr/>
          <p:nvPr/>
        </p:nvSpPr>
        <p:spPr>
          <a:xfrm>
            <a:off x="7420373" y="73664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a:extLst>
              <a:ext uri="{FF2B5EF4-FFF2-40B4-BE49-F238E27FC236}">
                <a16:creationId xmlns:a16="http://schemas.microsoft.com/office/drawing/2014/main" id="{783E2F61-0610-206C-0A15-643BC51BF98F}"/>
              </a:ext>
            </a:extLst>
          </p:cNvPr>
          <p:cNvSpPr/>
          <p:nvPr/>
        </p:nvSpPr>
        <p:spPr>
          <a:xfrm>
            <a:off x="6751133" y="82221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a:extLst>
              <a:ext uri="{FF2B5EF4-FFF2-40B4-BE49-F238E27FC236}">
                <a16:creationId xmlns:a16="http://schemas.microsoft.com/office/drawing/2014/main" id="{5FD7AAA3-CDD3-7D7D-8C07-C1EC9247CC49}"/>
              </a:ext>
            </a:extLst>
          </p:cNvPr>
          <p:cNvSpPr/>
          <p:nvPr/>
        </p:nvSpPr>
        <p:spPr>
          <a:xfrm>
            <a:off x="6779573" y="8336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a:extLst>
              <a:ext uri="{FF2B5EF4-FFF2-40B4-BE49-F238E27FC236}">
                <a16:creationId xmlns:a16="http://schemas.microsoft.com/office/drawing/2014/main" id="{5163D447-C3C0-DD31-17B0-4879936AFCEB}"/>
              </a:ext>
            </a:extLst>
          </p:cNvPr>
          <p:cNvSpPr/>
          <p:nvPr/>
        </p:nvSpPr>
        <p:spPr>
          <a:xfrm>
            <a:off x="6870473" y="8336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a:extLst>
              <a:ext uri="{FF2B5EF4-FFF2-40B4-BE49-F238E27FC236}">
                <a16:creationId xmlns:a16="http://schemas.microsoft.com/office/drawing/2014/main" id="{0F2E7D00-BD9F-1C06-FEAC-F00F9988F9BB}"/>
              </a:ext>
            </a:extLst>
          </p:cNvPr>
          <p:cNvSpPr/>
          <p:nvPr/>
        </p:nvSpPr>
        <p:spPr>
          <a:xfrm>
            <a:off x="7055078" y="8336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a:extLst>
              <a:ext uri="{FF2B5EF4-FFF2-40B4-BE49-F238E27FC236}">
                <a16:creationId xmlns:a16="http://schemas.microsoft.com/office/drawing/2014/main" id="{75455720-64EC-EA0C-9657-199BE6DD8101}"/>
              </a:ext>
            </a:extLst>
          </p:cNvPr>
          <p:cNvSpPr/>
          <p:nvPr/>
        </p:nvSpPr>
        <p:spPr>
          <a:xfrm>
            <a:off x="7236773" y="8336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a:extLst>
              <a:ext uri="{FF2B5EF4-FFF2-40B4-BE49-F238E27FC236}">
                <a16:creationId xmlns:a16="http://schemas.microsoft.com/office/drawing/2014/main" id="{2F4C6D02-598E-0628-E18E-1869DB96E03A}"/>
              </a:ext>
            </a:extLst>
          </p:cNvPr>
          <p:cNvSpPr/>
          <p:nvPr/>
        </p:nvSpPr>
        <p:spPr>
          <a:xfrm>
            <a:off x="7420373" y="83362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a:extLst>
              <a:ext uri="{FF2B5EF4-FFF2-40B4-BE49-F238E27FC236}">
                <a16:creationId xmlns:a16="http://schemas.microsoft.com/office/drawing/2014/main" id="{D886EF0E-9B7B-209B-233E-40A9A1D28401}"/>
              </a:ext>
            </a:extLst>
          </p:cNvPr>
          <p:cNvSpPr/>
          <p:nvPr/>
        </p:nvSpPr>
        <p:spPr>
          <a:xfrm>
            <a:off x="6779573" y="8450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a:extLst>
              <a:ext uri="{FF2B5EF4-FFF2-40B4-BE49-F238E27FC236}">
                <a16:creationId xmlns:a16="http://schemas.microsoft.com/office/drawing/2014/main" id="{2335C2AE-0BB3-7F4C-0C72-647B05A32EDD}"/>
              </a:ext>
            </a:extLst>
          </p:cNvPr>
          <p:cNvSpPr/>
          <p:nvPr/>
        </p:nvSpPr>
        <p:spPr>
          <a:xfrm>
            <a:off x="6870473" y="8450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a:extLst>
              <a:ext uri="{FF2B5EF4-FFF2-40B4-BE49-F238E27FC236}">
                <a16:creationId xmlns:a16="http://schemas.microsoft.com/office/drawing/2014/main" id="{AEAD1BD5-C504-66F3-AA57-A594320B3330}"/>
              </a:ext>
            </a:extLst>
          </p:cNvPr>
          <p:cNvSpPr/>
          <p:nvPr/>
        </p:nvSpPr>
        <p:spPr>
          <a:xfrm>
            <a:off x="7053173" y="8450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a:extLst>
              <a:ext uri="{FF2B5EF4-FFF2-40B4-BE49-F238E27FC236}">
                <a16:creationId xmlns:a16="http://schemas.microsoft.com/office/drawing/2014/main" id="{87A978AF-A824-4A38-A9E7-6AD2369BD91B}"/>
              </a:ext>
            </a:extLst>
          </p:cNvPr>
          <p:cNvSpPr/>
          <p:nvPr/>
        </p:nvSpPr>
        <p:spPr>
          <a:xfrm>
            <a:off x="7236773" y="8450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a:extLst>
              <a:ext uri="{FF2B5EF4-FFF2-40B4-BE49-F238E27FC236}">
                <a16:creationId xmlns:a16="http://schemas.microsoft.com/office/drawing/2014/main" id="{C127B085-4265-70AA-542B-87BA94A6D7BD}"/>
              </a:ext>
            </a:extLst>
          </p:cNvPr>
          <p:cNvSpPr/>
          <p:nvPr/>
        </p:nvSpPr>
        <p:spPr>
          <a:xfrm>
            <a:off x="7420373" y="84500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a:extLst>
              <a:ext uri="{FF2B5EF4-FFF2-40B4-BE49-F238E27FC236}">
                <a16:creationId xmlns:a16="http://schemas.microsoft.com/office/drawing/2014/main" id="{553F04A6-2330-4054-6E0B-684F482E9441}"/>
              </a:ext>
            </a:extLst>
          </p:cNvPr>
          <p:cNvSpPr/>
          <p:nvPr/>
        </p:nvSpPr>
        <p:spPr>
          <a:xfrm>
            <a:off x="6760913" y="9305761"/>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a:extLst>
              <a:ext uri="{FF2B5EF4-FFF2-40B4-BE49-F238E27FC236}">
                <a16:creationId xmlns:a16="http://schemas.microsoft.com/office/drawing/2014/main" id="{CAEE1FFD-F22F-B722-3847-0E41F62F1D3E}"/>
              </a:ext>
            </a:extLst>
          </p:cNvPr>
          <p:cNvSpPr/>
          <p:nvPr/>
        </p:nvSpPr>
        <p:spPr>
          <a:xfrm>
            <a:off x="6789353" y="9419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a:extLst>
              <a:ext uri="{FF2B5EF4-FFF2-40B4-BE49-F238E27FC236}">
                <a16:creationId xmlns:a16="http://schemas.microsoft.com/office/drawing/2014/main" id="{CB89CC77-30E6-58DE-7518-C47630C6151B}"/>
              </a:ext>
            </a:extLst>
          </p:cNvPr>
          <p:cNvSpPr/>
          <p:nvPr/>
        </p:nvSpPr>
        <p:spPr>
          <a:xfrm>
            <a:off x="6880253" y="9419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a:extLst>
              <a:ext uri="{FF2B5EF4-FFF2-40B4-BE49-F238E27FC236}">
                <a16:creationId xmlns:a16="http://schemas.microsoft.com/office/drawing/2014/main" id="{06DC44D8-F5C1-5B82-D652-7A60EE36124A}"/>
              </a:ext>
            </a:extLst>
          </p:cNvPr>
          <p:cNvSpPr/>
          <p:nvPr/>
        </p:nvSpPr>
        <p:spPr>
          <a:xfrm>
            <a:off x="7064858" y="9419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a:extLst>
              <a:ext uri="{FF2B5EF4-FFF2-40B4-BE49-F238E27FC236}">
                <a16:creationId xmlns:a16="http://schemas.microsoft.com/office/drawing/2014/main" id="{9324138E-1AD2-E599-75D6-6B5655C1B547}"/>
              </a:ext>
            </a:extLst>
          </p:cNvPr>
          <p:cNvSpPr/>
          <p:nvPr/>
        </p:nvSpPr>
        <p:spPr>
          <a:xfrm>
            <a:off x="7246553" y="9419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a:extLst>
              <a:ext uri="{FF2B5EF4-FFF2-40B4-BE49-F238E27FC236}">
                <a16:creationId xmlns:a16="http://schemas.microsoft.com/office/drawing/2014/main" id="{4BC7B12F-F7AD-8E96-B0B7-24DE9E2313E0}"/>
              </a:ext>
            </a:extLst>
          </p:cNvPr>
          <p:cNvSpPr/>
          <p:nvPr/>
        </p:nvSpPr>
        <p:spPr>
          <a:xfrm>
            <a:off x="7430153" y="941988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a:extLst>
              <a:ext uri="{FF2B5EF4-FFF2-40B4-BE49-F238E27FC236}">
                <a16:creationId xmlns:a16="http://schemas.microsoft.com/office/drawing/2014/main" id="{85564892-7CA8-A35A-5943-7CB9193CC2C6}"/>
              </a:ext>
            </a:extLst>
          </p:cNvPr>
          <p:cNvSpPr/>
          <p:nvPr/>
        </p:nvSpPr>
        <p:spPr>
          <a:xfrm>
            <a:off x="6789353" y="9533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a:extLst>
              <a:ext uri="{FF2B5EF4-FFF2-40B4-BE49-F238E27FC236}">
                <a16:creationId xmlns:a16="http://schemas.microsoft.com/office/drawing/2014/main" id="{2C682D69-261E-3864-E069-386F73047785}"/>
              </a:ext>
            </a:extLst>
          </p:cNvPr>
          <p:cNvSpPr/>
          <p:nvPr/>
        </p:nvSpPr>
        <p:spPr>
          <a:xfrm>
            <a:off x="6880253" y="9533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a:extLst>
              <a:ext uri="{FF2B5EF4-FFF2-40B4-BE49-F238E27FC236}">
                <a16:creationId xmlns:a16="http://schemas.microsoft.com/office/drawing/2014/main" id="{EFA7715E-E0B8-CB2A-E284-B7AAE5D746AA}"/>
              </a:ext>
            </a:extLst>
          </p:cNvPr>
          <p:cNvSpPr/>
          <p:nvPr/>
        </p:nvSpPr>
        <p:spPr>
          <a:xfrm>
            <a:off x="7062953" y="9533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a:extLst>
              <a:ext uri="{FF2B5EF4-FFF2-40B4-BE49-F238E27FC236}">
                <a16:creationId xmlns:a16="http://schemas.microsoft.com/office/drawing/2014/main" id="{0074571C-E718-0765-94BF-53175A6F558B}"/>
              </a:ext>
            </a:extLst>
          </p:cNvPr>
          <p:cNvSpPr/>
          <p:nvPr/>
        </p:nvSpPr>
        <p:spPr>
          <a:xfrm>
            <a:off x="7246553" y="9533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a:extLst>
              <a:ext uri="{FF2B5EF4-FFF2-40B4-BE49-F238E27FC236}">
                <a16:creationId xmlns:a16="http://schemas.microsoft.com/office/drawing/2014/main" id="{DE1375F8-8FFA-711C-F92F-81B2798961FE}"/>
              </a:ext>
            </a:extLst>
          </p:cNvPr>
          <p:cNvSpPr/>
          <p:nvPr/>
        </p:nvSpPr>
        <p:spPr>
          <a:xfrm>
            <a:off x="7430153" y="9533641"/>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Rectangle 193">
            <a:extLst>
              <a:ext uri="{FF2B5EF4-FFF2-40B4-BE49-F238E27FC236}">
                <a16:creationId xmlns:a16="http://schemas.microsoft.com/office/drawing/2014/main" id="{A05F5FBB-7608-C133-C039-9DB9BBA6B151}"/>
              </a:ext>
            </a:extLst>
          </p:cNvPr>
          <p:cNvSpPr/>
          <p:nvPr/>
        </p:nvSpPr>
        <p:spPr>
          <a:xfrm>
            <a:off x="4983294" y="1478623"/>
            <a:ext cx="252000" cy="83664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95" name="Oval 194">
            <a:extLst>
              <a:ext uri="{FF2B5EF4-FFF2-40B4-BE49-F238E27FC236}">
                <a16:creationId xmlns:a16="http://schemas.microsoft.com/office/drawing/2014/main" id="{2945E986-B771-072A-E67E-7F158CF8C2F7}"/>
              </a:ext>
            </a:extLst>
          </p:cNvPr>
          <p:cNvSpPr/>
          <p:nvPr/>
        </p:nvSpPr>
        <p:spPr>
          <a:xfrm>
            <a:off x="4938294" y="1513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96" name="Oval 195">
            <a:extLst>
              <a:ext uri="{FF2B5EF4-FFF2-40B4-BE49-F238E27FC236}">
                <a16:creationId xmlns:a16="http://schemas.microsoft.com/office/drawing/2014/main" id="{0E48B9B3-1751-F600-C251-1E77ED9FA014}"/>
              </a:ext>
            </a:extLst>
          </p:cNvPr>
          <p:cNvSpPr/>
          <p:nvPr/>
        </p:nvSpPr>
        <p:spPr>
          <a:xfrm>
            <a:off x="5244294" y="1513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97" name="Oval 196">
            <a:extLst>
              <a:ext uri="{FF2B5EF4-FFF2-40B4-BE49-F238E27FC236}">
                <a16:creationId xmlns:a16="http://schemas.microsoft.com/office/drawing/2014/main" id="{364A0964-5DC2-4225-576C-311105EF90C9}"/>
              </a:ext>
            </a:extLst>
          </p:cNvPr>
          <p:cNvSpPr/>
          <p:nvPr/>
        </p:nvSpPr>
        <p:spPr>
          <a:xfrm>
            <a:off x="4938294" y="1604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98" name="Oval 197">
            <a:extLst>
              <a:ext uri="{FF2B5EF4-FFF2-40B4-BE49-F238E27FC236}">
                <a16:creationId xmlns:a16="http://schemas.microsoft.com/office/drawing/2014/main" id="{D62FA865-FF49-08F3-9FDA-C0A431B984C5}"/>
              </a:ext>
            </a:extLst>
          </p:cNvPr>
          <p:cNvSpPr/>
          <p:nvPr/>
        </p:nvSpPr>
        <p:spPr>
          <a:xfrm>
            <a:off x="5244294" y="1604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99" name="Oval 198">
            <a:extLst>
              <a:ext uri="{FF2B5EF4-FFF2-40B4-BE49-F238E27FC236}">
                <a16:creationId xmlns:a16="http://schemas.microsoft.com/office/drawing/2014/main" id="{8588B393-408C-1B13-4C2F-B013C6A6EC5D}"/>
              </a:ext>
            </a:extLst>
          </p:cNvPr>
          <p:cNvSpPr/>
          <p:nvPr/>
        </p:nvSpPr>
        <p:spPr>
          <a:xfrm>
            <a:off x="4938294" y="16960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0" name="Oval 199">
            <a:extLst>
              <a:ext uri="{FF2B5EF4-FFF2-40B4-BE49-F238E27FC236}">
                <a16:creationId xmlns:a16="http://schemas.microsoft.com/office/drawing/2014/main" id="{00910BBA-455F-66AF-FEA2-195949D988E6}"/>
              </a:ext>
            </a:extLst>
          </p:cNvPr>
          <p:cNvSpPr/>
          <p:nvPr/>
        </p:nvSpPr>
        <p:spPr>
          <a:xfrm>
            <a:off x="5244294" y="16960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1" name="Oval 200">
            <a:extLst>
              <a:ext uri="{FF2B5EF4-FFF2-40B4-BE49-F238E27FC236}">
                <a16:creationId xmlns:a16="http://schemas.microsoft.com/office/drawing/2014/main" id="{052351DF-9677-4911-D3C6-1A2CE0B4741A}"/>
              </a:ext>
            </a:extLst>
          </p:cNvPr>
          <p:cNvSpPr/>
          <p:nvPr/>
        </p:nvSpPr>
        <p:spPr>
          <a:xfrm>
            <a:off x="4938294" y="17875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2" name="Oval 201">
            <a:extLst>
              <a:ext uri="{FF2B5EF4-FFF2-40B4-BE49-F238E27FC236}">
                <a16:creationId xmlns:a16="http://schemas.microsoft.com/office/drawing/2014/main" id="{CA3CBF0F-146D-DF76-C073-10C8D0986400}"/>
              </a:ext>
            </a:extLst>
          </p:cNvPr>
          <p:cNvSpPr/>
          <p:nvPr/>
        </p:nvSpPr>
        <p:spPr>
          <a:xfrm>
            <a:off x="5244294" y="17875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3" name="Oval 202">
            <a:extLst>
              <a:ext uri="{FF2B5EF4-FFF2-40B4-BE49-F238E27FC236}">
                <a16:creationId xmlns:a16="http://schemas.microsoft.com/office/drawing/2014/main" id="{18AB9A27-B1FC-C0A9-8B3C-D4B9DD09E3AC}"/>
              </a:ext>
            </a:extLst>
          </p:cNvPr>
          <p:cNvSpPr/>
          <p:nvPr/>
        </p:nvSpPr>
        <p:spPr>
          <a:xfrm>
            <a:off x="4938294" y="18789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4" name="Oval 203">
            <a:extLst>
              <a:ext uri="{FF2B5EF4-FFF2-40B4-BE49-F238E27FC236}">
                <a16:creationId xmlns:a16="http://schemas.microsoft.com/office/drawing/2014/main" id="{E61432D3-FEE9-AB2E-605A-009049936BD0}"/>
              </a:ext>
            </a:extLst>
          </p:cNvPr>
          <p:cNvSpPr/>
          <p:nvPr/>
        </p:nvSpPr>
        <p:spPr>
          <a:xfrm>
            <a:off x="5244294" y="18789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5" name="Oval 204">
            <a:extLst>
              <a:ext uri="{FF2B5EF4-FFF2-40B4-BE49-F238E27FC236}">
                <a16:creationId xmlns:a16="http://schemas.microsoft.com/office/drawing/2014/main" id="{ADF7F2FB-B0E7-661A-9DF2-E47A428865B7}"/>
              </a:ext>
            </a:extLst>
          </p:cNvPr>
          <p:cNvSpPr/>
          <p:nvPr/>
        </p:nvSpPr>
        <p:spPr>
          <a:xfrm>
            <a:off x="4938294" y="19703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6" name="Oval 205">
            <a:extLst>
              <a:ext uri="{FF2B5EF4-FFF2-40B4-BE49-F238E27FC236}">
                <a16:creationId xmlns:a16="http://schemas.microsoft.com/office/drawing/2014/main" id="{475F2809-EDAD-94EA-57E3-81278A095528}"/>
              </a:ext>
            </a:extLst>
          </p:cNvPr>
          <p:cNvSpPr/>
          <p:nvPr/>
        </p:nvSpPr>
        <p:spPr>
          <a:xfrm>
            <a:off x="5244294" y="19703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7" name="Oval 206">
            <a:extLst>
              <a:ext uri="{FF2B5EF4-FFF2-40B4-BE49-F238E27FC236}">
                <a16:creationId xmlns:a16="http://schemas.microsoft.com/office/drawing/2014/main" id="{2DB18F8D-C318-6571-C3D5-8A2DA12BA157}"/>
              </a:ext>
            </a:extLst>
          </p:cNvPr>
          <p:cNvSpPr/>
          <p:nvPr/>
        </p:nvSpPr>
        <p:spPr>
          <a:xfrm>
            <a:off x="4938294" y="20618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8" name="Oval 207">
            <a:extLst>
              <a:ext uri="{FF2B5EF4-FFF2-40B4-BE49-F238E27FC236}">
                <a16:creationId xmlns:a16="http://schemas.microsoft.com/office/drawing/2014/main" id="{5C541D27-CCED-F82E-42C6-83CBBBC3F5B6}"/>
              </a:ext>
            </a:extLst>
          </p:cNvPr>
          <p:cNvSpPr/>
          <p:nvPr/>
        </p:nvSpPr>
        <p:spPr>
          <a:xfrm>
            <a:off x="5244294" y="20618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9" name="Oval 208">
            <a:extLst>
              <a:ext uri="{FF2B5EF4-FFF2-40B4-BE49-F238E27FC236}">
                <a16:creationId xmlns:a16="http://schemas.microsoft.com/office/drawing/2014/main" id="{90CEA4AA-E5C9-89A9-C90E-B3BAEA4DDF0A}"/>
              </a:ext>
            </a:extLst>
          </p:cNvPr>
          <p:cNvSpPr/>
          <p:nvPr/>
        </p:nvSpPr>
        <p:spPr>
          <a:xfrm>
            <a:off x="4938294" y="21532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0" name="Oval 209">
            <a:extLst>
              <a:ext uri="{FF2B5EF4-FFF2-40B4-BE49-F238E27FC236}">
                <a16:creationId xmlns:a16="http://schemas.microsoft.com/office/drawing/2014/main" id="{0FA158BC-5DC0-75CC-EB29-ADC4D8B1D811}"/>
              </a:ext>
            </a:extLst>
          </p:cNvPr>
          <p:cNvSpPr/>
          <p:nvPr/>
        </p:nvSpPr>
        <p:spPr>
          <a:xfrm>
            <a:off x="5244294" y="21532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1" name="Oval 210">
            <a:extLst>
              <a:ext uri="{FF2B5EF4-FFF2-40B4-BE49-F238E27FC236}">
                <a16:creationId xmlns:a16="http://schemas.microsoft.com/office/drawing/2014/main" id="{65EDCF3F-F9DB-8924-AAEC-B83B2A57171C}"/>
              </a:ext>
            </a:extLst>
          </p:cNvPr>
          <p:cNvSpPr/>
          <p:nvPr/>
        </p:nvSpPr>
        <p:spPr>
          <a:xfrm>
            <a:off x="4938294" y="22447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2" name="Oval 211">
            <a:extLst>
              <a:ext uri="{FF2B5EF4-FFF2-40B4-BE49-F238E27FC236}">
                <a16:creationId xmlns:a16="http://schemas.microsoft.com/office/drawing/2014/main" id="{70DA5CD8-5D89-F0E3-A35D-387C6C72C48D}"/>
              </a:ext>
            </a:extLst>
          </p:cNvPr>
          <p:cNvSpPr/>
          <p:nvPr/>
        </p:nvSpPr>
        <p:spPr>
          <a:xfrm>
            <a:off x="5244294" y="22447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3" name="Rectangle 212">
            <a:extLst>
              <a:ext uri="{FF2B5EF4-FFF2-40B4-BE49-F238E27FC236}">
                <a16:creationId xmlns:a16="http://schemas.microsoft.com/office/drawing/2014/main" id="{13E8989A-6153-DAFB-BD1C-84CC02DD6C64}"/>
              </a:ext>
            </a:extLst>
          </p:cNvPr>
          <p:cNvSpPr/>
          <p:nvPr/>
        </p:nvSpPr>
        <p:spPr>
          <a:xfrm>
            <a:off x="4983293" y="3574183"/>
            <a:ext cx="252000" cy="83664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4" name="Oval 213">
            <a:extLst>
              <a:ext uri="{FF2B5EF4-FFF2-40B4-BE49-F238E27FC236}">
                <a16:creationId xmlns:a16="http://schemas.microsoft.com/office/drawing/2014/main" id="{8E9B1421-62D4-95D1-D369-6E490DA3703E}"/>
              </a:ext>
            </a:extLst>
          </p:cNvPr>
          <p:cNvSpPr/>
          <p:nvPr/>
        </p:nvSpPr>
        <p:spPr>
          <a:xfrm>
            <a:off x="4938293" y="36087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5" name="Oval 214">
            <a:extLst>
              <a:ext uri="{FF2B5EF4-FFF2-40B4-BE49-F238E27FC236}">
                <a16:creationId xmlns:a16="http://schemas.microsoft.com/office/drawing/2014/main" id="{AA516C51-5AAA-3FE0-931E-B3250693C62E}"/>
              </a:ext>
            </a:extLst>
          </p:cNvPr>
          <p:cNvSpPr/>
          <p:nvPr/>
        </p:nvSpPr>
        <p:spPr>
          <a:xfrm>
            <a:off x="5244293" y="36087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6" name="Oval 215">
            <a:extLst>
              <a:ext uri="{FF2B5EF4-FFF2-40B4-BE49-F238E27FC236}">
                <a16:creationId xmlns:a16="http://schemas.microsoft.com/office/drawing/2014/main" id="{488CF969-5211-88D6-6703-13C058C26C92}"/>
              </a:ext>
            </a:extLst>
          </p:cNvPr>
          <p:cNvSpPr/>
          <p:nvPr/>
        </p:nvSpPr>
        <p:spPr>
          <a:xfrm>
            <a:off x="4938293" y="3700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7" name="Oval 216">
            <a:extLst>
              <a:ext uri="{FF2B5EF4-FFF2-40B4-BE49-F238E27FC236}">
                <a16:creationId xmlns:a16="http://schemas.microsoft.com/office/drawing/2014/main" id="{B727A68D-DA61-9787-FC94-9C80AB42E8EF}"/>
              </a:ext>
            </a:extLst>
          </p:cNvPr>
          <p:cNvSpPr/>
          <p:nvPr/>
        </p:nvSpPr>
        <p:spPr>
          <a:xfrm>
            <a:off x="5244293" y="3700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8" name="Oval 217">
            <a:extLst>
              <a:ext uri="{FF2B5EF4-FFF2-40B4-BE49-F238E27FC236}">
                <a16:creationId xmlns:a16="http://schemas.microsoft.com/office/drawing/2014/main" id="{3EF1367C-B875-73EA-D850-D5B5886AA861}"/>
              </a:ext>
            </a:extLst>
          </p:cNvPr>
          <p:cNvSpPr/>
          <p:nvPr/>
        </p:nvSpPr>
        <p:spPr>
          <a:xfrm>
            <a:off x="4938293" y="3791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9" name="Oval 218">
            <a:extLst>
              <a:ext uri="{FF2B5EF4-FFF2-40B4-BE49-F238E27FC236}">
                <a16:creationId xmlns:a16="http://schemas.microsoft.com/office/drawing/2014/main" id="{12C9C9AB-95D2-4310-A059-71FEDB23C913}"/>
              </a:ext>
            </a:extLst>
          </p:cNvPr>
          <p:cNvSpPr/>
          <p:nvPr/>
        </p:nvSpPr>
        <p:spPr>
          <a:xfrm>
            <a:off x="5244293" y="3791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0" name="Oval 219">
            <a:extLst>
              <a:ext uri="{FF2B5EF4-FFF2-40B4-BE49-F238E27FC236}">
                <a16:creationId xmlns:a16="http://schemas.microsoft.com/office/drawing/2014/main" id="{A7E4F729-C8A0-4F1A-AC12-11EF5BDD5E98}"/>
              </a:ext>
            </a:extLst>
          </p:cNvPr>
          <p:cNvSpPr/>
          <p:nvPr/>
        </p:nvSpPr>
        <p:spPr>
          <a:xfrm>
            <a:off x="4938293" y="38830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1" name="Oval 220">
            <a:extLst>
              <a:ext uri="{FF2B5EF4-FFF2-40B4-BE49-F238E27FC236}">
                <a16:creationId xmlns:a16="http://schemas.microsoft.com/office/drawing/2014/main" id="{BFFBC562-3A37-D236-9DCA-81191626ADAB}"/>
              </a:ext>
            </a:extLst>
          </p:cNvPr>
          <p:cNvSpPr/>
          <p:nvPr/>
        </p:nvSpPr>
        <p:spPr>
          <a:xfrm>
            <a:off x="5244293" y="38830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2" name="Oval 221">
            <a:extLst>
              <a:ext uri="{FF2B5EF4-FFF2-40B4-BE49-F238E27FC236}">
                <a16:creationId xmlns:a16="http://schemas.microsoft.com/office/drawing/2014/main" id="{06CC0787-4B67-4306-6FB1-39F35DAACF89}"/>
              </a:ext>
            </a:extLst>
          </p:cNvPr>
          <p:cNvSpPr/>
          <p:nvPr/>
        </p:nvSpPr>
        <p:spPr>
          <a:xfrm>
            <a:off x="4938293" y="39745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3" name="Oval 222">
            <a:extLst>
              <a:ext uri="{FF2B5EF4-FFF2-40B4-BE49-F238E27FC236}">
                <a16:creationId xmlns:a16="http://schemas.microsoft.com/office/drawing/2014/main" id="{B23E38CF-4845-81EC-74F1-A404A8DEF2D0}"/>
              </a:ext>
            </a:extLst>
          </p:cNvPr>
          <p:cNvSpPr/>
          <p:nvPr/>
        </p:nvSpPr>
        <p:spPr>
          <a:xfrm>
            <a:off x="5244293" y="39745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4" name="Oval 223">
            <a:extLst>
              <a:ext uri="{FF2B5EF4-FFF2-40B4-BE49-F238E27FC236}">
                <a16:creationId xmlns:a16="http://schemas.microsoft.com/office/drawing/2014/main" id="{DC07037D-AED0-B1E8-24AB-AD0A50BC666E}"/>
              </a:ext>
            </a:extLst>
          </p:cNvPr>
          <p:cNvSpPr/>
          <p:nvPr/>
        </p:nvSpPr>
        <p:spPr>
          <a:xfrm>
            <a:off x="4938293" y="40659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5" name="Oval 224">
            <a:extLst>
              <a:ext uri="{FF2B5EF4-FFF2-40B4-BE49-F238E27FC236}">
                <a16:creationId xmlns:a16="http://schemas.microsoft.com/office/drawing/2014/main" id="{C85D1686-D1C2-0F56-3C2B-FEFA34FBE425}"/>
              </a:ext>
            </a:extLst>
          </p:cNvPr>
          <p:cNvSpPr/>
          <p:nvPr/>
        </p:nvSpPr>
        <p:spPr>
          <a:xfrm>
            <a:off x="5244293" y="40659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6" name="Oval 225">
            <a:extLst>
              <a:ext uri="{FF2B5EF4-FFF2-40B4-BE49-F238E27FC236}">
                <a16:creationId xmlns:a16="http://schemas.microsoft.com/office/drawing/2014/main" id="{2B0E9FC8-DBF8-9D08-BE61-48EA54610EE1}"/>
              </a:ext>
            </a:extLst>
          </p:cNvPr>
          <p:cNvSpPr/>
          <p:nvPr/>
        </p:nvSpPr>
        <p:spPr>
          <a:xfrm>
            <a:off x="4938293" y="41573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7" name="Oval 226">
            <a:extLst>
              <a:ext uri="{FF2B5EF4-FFF2-40B4-BE49-F238E27FC236}">
                <a16:creationId xmlns:a16="http://schemas.microsoft.com/office/drawing/2014/main" id="{E42DC5D5-36E6-BD88-B992-26E0E63022E7}"/>
              </a:ext>
            </a:extLst>
          </p:cNvPr>
          <p:cNvSpPr/>
          <p:nvPr/>
        </p:nvSpPr>
        <p:spPr>
          <a:xfrm>
            <a:off x="5244293" y="41573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8" name="Oval 227">
            <a:extLst>
              <a:ext uri="{FF2B5EF4-FFF2-40B4-BE49-F238E27FC236}">
                <a16:creationId xmlns:a16="http://schemas.microsoft.com/office/drawing/2014/main" id="{7336C54E-5BEB-C100-D6E1-C873A6A0AEF8}"/>
              </a:ext>
            </a:extLst>
          </p:cNvPr>
          <p:cNvSpPr/>
          <p:nvPr/>
        </p:nvSpPr>
        <p:spPr>
          <a:xfrm>
            <a:off x="4938293" y="42488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9" name="Oval 228">
            <a:extLst>
              <a:ext uri="{FF2B5EF4-FFF2-40B4-BE49-F238E27FC236}">
                <a16:creationId xmlns:a16="http://schemas.microsoft.com/office/drawing/2014/main" id="{581D07CB-CB2D-CD79-2A37-12C04AFEA21F}"/>
              </a:ext>
            </a:extLst>
          </p:cNvPr>
          <p:cNvSpPr/>
          <p:nvPr/>
        </p:nvSpPr>
        <p:spPr>
          <a:xfrm>
            <a:off x="5244293" y="42488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0" name="Oval 229">
            <a:extLst>
              <a:ext uri="{FF2B5EF4-FFF2-40B4-BE49-F238E27FC236}">
                <a16:creationId xmlns:a16="http://schemas.microsoft.com/office/drawing/2014/main" id="{3DEAB4E5-2F12-AFDE-117F-9EFA63D5CA08}"/>
              </a:ext>
            </a:extLst>
          </p:cNvPr>
          <p:cNvSpPr/>
          <p:nvPr/>
        </p:nvSpPr>
        <p:spPr>
          <a:xfrm>
            <a:off x="4938293" y="43402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1" name="Oval 230">
            <a:extLst>
              <a:ext uri="{FF2B5EF4-FFF2-40B4-BE49-F238E27FC236}">
                <a16:creationId xmlns:a16="http://schemas.microsoft.com/office/drawing/2014/main" id="{D78D9FDD-85F8-398A-3932-12FD6F7018AD}"/>
              </a:ext>
            </a:extLst>
          </p:cNvPr>
          <p:cNvSpPr/>
          <p:nvPr/>
        </p:nvSpPr>
        <p:spPr>
          <a:xfrm>
            <a:off x="5244293" y="43402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2" name="Rectangle 231">
            <a:extLst>
              <a:ext uri="{FF2B5EF4-FFF2-40B4-BE49-F238E27FC236}">
                <a16:creationId xmlns:a16="http://schemas.microsoft.com/office/drawing/2014/main" id="{2FD71C7E-C8EA-1F8C-DFDC-D2B76BD473B3}"/>
              </a:ext>
            </a:extLst>
          </p:cNvPr>
          <p:cNvSpPr/>
          <p:nvPr/>
        </p:nvSpPr>
        <p:spPr>
          <a:xfrm>
            <a:off x="4983293" y="5815543"/>
            <a:ext cx="252000" cy="83664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3" name="Oval 232">
            <a:extLst>
              <a:ext uri="{FF2B5EF4-FFF2-40B4-BE49-F238E27FC236}">
                <a16:creationId xmlns:a16="http://schemas.microsoft.com/office/drawing/2014/main" id="{FEF282DA-71D7-4B3E-6242-8F8ED195E59B}"/>
              </a:ext>
            </a:extLst>
          </p:cNvPr>
          <p:cNvSpPr/>
          <p:nvPr/>
        </p:nvSpPr>
        <p:spPr>
          <a:xfrm>
            <a:off x="4938293" y="58501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4" name="Oval 233">
            <a:extLst>
              <a:ext uri="{FF2B5EF4-FFF2-40B4-BE49-F238E27FC236}">
                <a16:creationId xmlns:a16="http://schemas.microsoft.com/office/drawing/2014/main" id="{F74A8B07-8499-0012-100E-CE27BBB08292}"/>
              </a:ext>
            </a:extLst>
          </p:cNvPr>
          <p:cNvSpPr/>
          <p:nvPr/>
        </p:nvSpPr>
        <p:spPr>
          <a:xfrm>
            <a:off x="5244293" y="58501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5" name="Oval 234">
            <a:extLst>
              <a:ext uri="{FF2B5EF4-FFF2-40B4-BE49-F238E27FC236}">
                <a16:creationId xmlns:a16="http://schemas.microsoft.com/office/drawing/2014/main" id="{A72A9A29-02D5-7779-538B-1C764278A89E}"/>
              </a:ext>
            </a:extLst>
          </p:cNvPr>
          <p:cNvSpPr/>
          <p:nvPr/>
        </p:nvSpPr>
        <p:spPr>
          <a:xfrm>
            <a:off x="4938293" y="59415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6" name="Oval 235">
            <a:extLst>
              <a:ext uri="{FF2B5EF4-FFF2-40B4-BE49-F238E27FC236}">
                <a16:creationId xmlns:a16="http://schemas.microsoft.com/office/drawing/2014/main" id="{83D6C85F-148E-6588-BBBB-273322A80362}"/>
              </a:ext>
            </a:extLst>
          </p:cNvPr>
          <p:cNvSpPr/>
          <p:nvPr/>
        </p:nvSpPr>
        <p:spPr>
          <a:xfrm>
            <a:off x="5244293" y="59415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7" name="Oval 236">
            <a:extLst>
              <a:ext uri="{FF2B5EF4-FFF2-40B4-BE49-F238E27FC236}">
                <a16:creationId xmlns:a16="http://schemas.microsoft.com/office/drawing/2014/main" id="{9ED8E628-79F6-474E-D05C-13B447E01D3A}"/>
              </a:ext>
            </a:extLst>
          </p:cNvPr>
          <p:cNvSpPr/>
          <p:nvPr/>
        </p:nvSpPr>
        <p:spPr>
          <a:xfrm>
            <a:off x="4938293" y="60329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8" name="Oval 237">
            <a:extLst>
              <a:ext uri="{FF2B5EF4-FFF2-40B4-BE49-F238E27FC236}">
                <a16:creationId xmlns:a16="http://schemas.microsoft.com/office/drawing/2014/main" id="{C59B962C-C5F4-7DC1-5ADE-09B7A46B4416}"/>
              </a:ext>
            </a:extLst>
          </p:cNvPr>
          <p:cNvSpPr/>
          <p:nvPr/>
        </p:nvSpPr>
        <p:spPr>
          <a:xfrm>
            <a:off x="5244293" y="60329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9" name="Oval 238">
            <a:extLst>
              <a:ext uri="{FF2B5EF4-FFF2-40B4-BE49-F238E27FC236}">
                <a16:creationId xmlns:a16="http://schemas.microsoft.com/office/drawing/2014/main" id="{CD0828B0-E2C7-0529-0E36-24DAAEDA69A0}"/>
              </a:ext>
            </a:extLst>
          </p:cNvPr>
          <p:cNvSpPr/>
          <p:nvPr/>
        </p:nvSpPr>
        <p:spPr>
          <a:xfrm>
            <a:off x="4938293" y="61244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0" name="Oval 239">
            <a:extLst>
              <a:ext uri="{FF2B5EF4-FFF2-40B4-BE49-F238E27FC236}">
                <a16:creationId xmlns:a16="http://schemas.microsoft.com/office/drawing/2014/main" id="{69F7CF44-42CB-7D23-E381-B1E467D4D364}"/>
              </a:ext>
            </a:extLst>
          </p:cNvPr>
          <p:cNvSpPr/>
          <p:nvPr/>
        </p:nvSpPr>
        <p:spPr>
          <a:xfrm>
            <a:off x="5244293" y="61244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1" name="Oval 240">
            <a:extLst>
              <a:ext uri="{FF2B5EF4-FFF2-40B4-BE49-F238E27FC236}">
                <a16:creationId xmlns:a16="http://schemas.microsoft.com/office/drawing/2014/main" id="{6296F8CB-87BD-609D-DD07-EF747CCF301C}"/>
              </a:ext>
            </a:extLst>
          </p:cNvPr>
          <p:cNvSpPr/>
          <p:nvPr/>
        </p:nvSpPr>
        <p:spPr>
          <a:xfrm>
            <a:off x="4938293" y="62158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2" name="Oval 241">
            <a:extLst>
              <a:ext uri="{FF2B5EF4-FFF2-40B4-BE49-F238E27FC236}">
                <a16:creationId xmlns:a16="http://schemas.microsoft.com/office/drawing/2014/main" id="{A436920F-4136-E7F0-08B0-0868BED92903}"/>
              </a:ext>
            </a:extLst>
          </p:cNvPr>
          <p:cNvSpPr/>
          <p:nvPr/>
        </p:nvSpPr>
        <p:spPr>
          <a:xfrm>
            <a:off x="5244293" y="62158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3" name="Oval 242">
            <a:extLst>
              <a:ext uri="{FF2B5EF4-FFF2-40B4-BE49-F238E27FC236}">
                <a16:creationId xmlns:a16="http://schemas.microsoft.com/office/drawing/2014/main" id="{C77B83C0-E6F7-1AEB-8F47-D21B7E4841C3}"/>
              </a:ext>
            </a:extLst>
          </p:cNvPr>
          <p:cNvSpPr/>
          <p:nvPr/>
        </p:nvSpPr>
        <p:spPr>
          <a:xfrm>
            <a:off x="4938293" y="63073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4" name="Oval 243">
            <a:extLst>
              <a:ext uri="{FF2B5EF4-FFF2-40B4-BE49-F238E27FC236}">
                <a16:creationId xmlns:a16="http://schemas.microsoft.com/office/drawing/2014/main" id="{792AFE0A-D0D2-BB45-D116-B970653DD85E}"/>
              </a:ext>
            </a:extLst>
          </p:cNvPr>
          <p:cNvSpPr/>
          <p:nvPr/>
        </p:nvSpPr>
        <p:spPr>
          <a:xfrm>
            <a:off x="5244293" y="63073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5" name="Oval 244">
            <a:extLst>
              <a:ext uri="{FF2B5EF4-FFF2-40B4-BE49-F238E27FC236}">
                <a16:creationId xmlns:a16="http://schemas.microsoft.com/office/drawing/2014/main" id="{3A18ACF9-52A1-AFF7-71FD-EDEC1F28FF60}"/>
              </a:ext>
            </a:extLst>
          </p:cNvPr>
          <p:cNvSpPr/>
          <p:nvPr/>
        </p:nvSpPr>
        <p:spPr>
          <a:xfrm>
            <a:off x="4938293" y="63987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6" name="Oval 245">
            <a:extLst>
              <a:ext uri="{FF2B5EF4-FFF2-40B4-BE49-F238E27FC236}">
                <a16:creationId xmlns:a16="http://schemas.microsoft.com/office/drawing/2014/main" id="{8E136F1E-B0D7-370F-99B8-7E41AAC978F5}"/>
              </a:ext>
            </a:extLst>
          </p:cNvPr>
          <p:cNvSpPr/>
          <p:nvPr/>
        </p:nvSpPr>
        <p:spPr>
          <a:xfrm>
            <a:off x="5244293" y="63987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7" name="Oval 246">
            <a:extLst>
              <a:ext uri="{FF2B5EF4-FFF2-40B4-BE49-F238E27FC236}">
                <a16:creationId xmlns:a16="http://schemas.microsoft.com/office/drawing/2014/main" id="{F18D7D6F-71EB-67AA-F2E7-A115439C953A}"/>
              </a:ext>
            </a:extLst>
          </p:cNvPr>
          <p:cNvSpPr/>
          <p:nvPr/>
        </p:nvSpPr>
        <p:spPr>
          <a:xfrm>
            <a:off x="4938293" y="6490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8" name="Oval 247">
            <a:extLst>
              <a:ext uri="{FF2B5EF4-FFF2-40B4-BE49-F238E27FC236}">
                <a16:creationId xmlns:a16="http://schemas.microsoft.com/office/drawing/2014/main" id="{BC4277E6-C828-C0C0-3BB4-A036B85FEB24}"/>
              </a:ext>
            </a:extLst>
          </p:cNvPr>
          <p:cNvSpPr/>
          <p:nvPr/>
        </p:nvSpPr>
        <p:spPr>
          <a:xfrm>
            <a:off x="5244293" y="6490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9" name="Oval 248">
            <a:extLst>
              <a:ext uri="{FF2B5EF4-FFF2-40B4-BE49-F238E27FC236}">
                <a16:creationId xmlns:a16="http://schemas.microsoft.com/office/drawing/2014/main" id="{6BD5F89E-3B5D-738A-80F8-8AD8482CAE5A}"/>
              </a:ext>
            </a:extLst>
          </p:cNvPr>
          <p:cNvSpPr/>
          <p:nvPr/>
        </p:nvSpPr>
        <p:spPr>
          <a:xfrm>
            <a:off x="4938293" y="6581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0" name="Oval 249">
            <a:extLst>
              <a:ext uri="{FF2B5EF4-FFF2-40B4-BE49-F238E27FC236}">
                <a16:creationId xmlns:a16="http://schemas.microsoft.com/office/drawing/2014/main" id="{AD98852C-1B7E-EA72-C47C-7ED5DD7E3364}"/>
              </a:ext>
            </a:extLst>
          </p:cNvPr>
          <p:cNvSpPr/>
          <p:nvPr/>
        </p:nvSpPr>
        <p:spPr>
          <a:xfrm>
            <a:off x="5244293" y="6581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1" name="Rectangle 250">
            <a:extLst>
              <a:ext uri="{FF2B5EF4-FFF2-40B4-BE49-F238E27FC236}">
                <a16:creationId xmlns:a16="http://schemas.microsoft.com/office/drawing/2014/main" id="{63CC5C55-C4D1-A82C-E7D0-C35CFE6D5981}"/>
              </a:ext>
            </a:extLst>
          </p:cNvPr>
          <p:cNvSpPr/>
          <p:nvPr/>
        </p:nvSpPr>
        <p:spPr>
          <a:xfrm>
            <a:off x="4983293" y="7868983"/>
            <a:ext cx="252000" cy="83664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2" name="Oval 251">
            <a:extLst>
              <a:ext uri="{FF2B5EF4-FFF2-40B4-BE49-F238E27FC236}">
                <a16:creationId xmlns:a16="http://schemas.microsoft.com/office/drawing/2014/main" id="{73F3D925-70B9-71F8-0DAD-34412EAEC2D6}"/>
              </a:ext>
            </a:extLst>
          </p:cNvPr>
          <p:cNvSpPr/>
          <p:nvPr/>
        </p:nvSpPr>
        <p:spPr>
          <a:xfrm>
            <a:off x="4938293" y="79035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3" name="Oval 252">
            <a:extLst>
              <a:ext uri="{FF2B5EF4-FFF2-40B4-BE49-F238E27FC236}">
                <a16:creationId xmlns:a16="http://schemas.microsoft.com/office/drawing/2014/main" id="{2971DE0A-CC96-1EA0-0077-E17F29A09567}"/>
              </a:ext>
            </a:extLst>
          </p:cNvPr>
          <p:cNvSpPr/>
          <p:nvPr/>
        </p:nvSpPr>
        <p:spPr>
          <a:xfrm>
            <a:off x="5244293" y="79035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4" name="Oval 253">
            <a:extLst>
              <a:ext uri="{FF2B5EF4-FFF2-40B4-BE49-F238E27FC236}">
                <a16:creationId xmlns:a16="http://schemas.microsoft.com/office/drawing/2014/main" id="{088C51A0-79F4-6F63-94C2-68CC63E56DCF}"/>
              </a:ext>
            </a:extLst>
          </p:cNvPr>
          <p:cNvSpPr/>
          <p:nvPr/>
        </p:nvSpPr>
        <p:spPr>
          <a:xfrm>
            <a:off x="4938293" y="79949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5" name="Oval 254">
            <a:extLst>
              <a:ext uri="{FF2B5EF4-FFF2-40B4-BE49-F238E27FC236}">
                <a16:creationId xmlns:a16="http://schemas.microsoft.com/office/drawing/2014/main" id="{1324E46E-CAD1-D0E0-DBC5-9AE252C4A46D}"/>
              </a:ext>
            </a:extLst>
          </p:cNvPr>
          <p:cNvSpPr/>
          <p:nvPr/>
        </p:nvSpPr>
        <p:spPr>
          <a:xfrm>
            <a:off x="5244293" y="79949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6" name="Oval 255">
            <a:extLst>
              <a:ext uri="{FF2B5EF4-FFF2-40B4-BE49-F238E27FC236}">
                <a16:creationId xmlns:a16="http://schemas.microsoft.com/office/drawing/2014/main" id="{70B655ED-E6C1-29B0-40DA-2210F4ABA813}"/>
              </a:ext>
            </a:extLst>
          </p:cNvPr>
          <p:cNvSpPr/>
          <p:nvPr/>
        </p:nvSpPr>
        <p:spPr>
          <a:xfrm>
            <a:off x="4938293" y="80864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7" name="Oval 256">
            <a:extLst>
              <a:ext uri="{FF2B5EF4-FFF2-40B4-BE49-F238E27FC236}">
                <a16:creationId xmlns:a16="http://schemas.microsoft.com/office/drawing/2014/main" id="{32D098D3-5650-D89E-AE57-7D7E385E586C}"/>
              </a:ext>
            </a:extLst>
          </p:cNvPr>
          <p:cNvSpPr/>
          <p:nvPr/>
        </p:nvSpPr>
        <p:spPr>
          <a:xfrm>
            <a:off x="5244293" y="80864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8" name="Oval 257">
            <a:extLst>
              <a:ext uri="{FF2B5EF4-FFF2-40B4-BE49-F238E27FC236}">
                <a16:creationId xmlns:a16="http://schemas.microsoft.com/office/drawing/2014/main" id="{FA72EBD2-44EC-9EC3-F6CC-3CD9492ECD32}"/>
              </a:ext>
            </a:extLst>
          </p:cNvPr>
          <p:cNvSpPr/>
          <p:nvPr/>
        </p:nvSpPr>
        <p:spPr>
          <a:xfrm>
            <a:off x="4938293" y="81778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9" name="Oval 258">
            <a:extLst>
              <a:ext uri="{FF2B5EF4-FFF2-40B4-BE49-F238E27FC236}">
                <a16:creationId xmlns:a16="http://schemas.microsoft.com/office/drawing/2014/main" id="{AC425085-BE0D-11E5-A5DB-A1FBECFFF9B1}"/>
              </a:ext>
            </a:extLst>
          </p:cNvPr>
          <p:cNvSpPr/>
          <p:nvPr/>
        </p:nvSpPr>
        <p:spPr>
          <a:xfrm>
            <a:off x="5244293" y="81778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0" name="Oval 259">
            <a:extLst>
              <a:ext uri="{FF2B5EF4-FFF2-40B4-BE49-F238E27FC236}">
                <a16:creationId xmlns:a16="http://schemas.microsoft.com/office/drawing/2014/main" id="{F50009C2-3713-69AB-CD75-B91CC34D15A7}"/>
              </a:ext>
            </a:extLst>
          </p:cNvPr>
          <p:cNvSpPr/>
          <p:nvPr/>
        </p:nvSpPr>
        <p:spPr>
          <a:xfrm>
            <a:off x="4938293" y="82693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1" name="Oval 260">
            <a:extLst>
              <a:ext uri="{FF2B5EF4-FFF2-40B4-BE49-F238E27FC236}">
                <a16:creationId xmlns:a16="http://schemas.microsoft.com/office/drawing/2014/main" id="{99ED827E-4751-F33C-D78C-0DC30C12A388}"/>
              </a:ext>
            </a:extLst>
          </p:cNvPr>
          <p:cNvSpPr/>
          <p:nvPr/>
        </p:nvSpPr>
        <p:spPr>
          <a:xfrm>
            <a:off x="5244293" y="826930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2" name="Oval 261">
            <a:extLst>
              <a:ext uri="{FF2B5EF4-FFF2-40B4-BE49-F238E27FC236}">
                <a16:creationId xmlns:a16="http://schemas.microsoft.com/office/drawing/2014/main" id="{D1295B83-7692-C5E4-5A58-4243F234F026}"/>
              </a:ext>
            </a:extLst>
          </p:cNvPr>
          <p:cNvSpPr/>
          <p:nvPr/>
        </p:nvSpPr>
        <p:spPr>
          <a:xfrm>
            <a:off x="4938293" y="83607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3" name="Oval 262">
            <a:extLst>
              <a:ext uri="{FF2B5EF4-FFF2-40B4-BE49-F238E27FC236}">
                <a16:creationId xmlns:a16="http://schemas.microsoft.com/office/drawing/2014/main" id="{44636CC0-4836-6437-5D22-343BC0B5FA6A}"/>
              </a:ext>
            </a:extLst>
          </p:cNvPr>
          <p:cNvSpPr/>
          <p:nvPr/>
        </p:nvSpPr>
        <p:spPr>
          <a:xfrm>
            <a:off x="5244293" y="836074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4" name="Oval 263">
            <a:extLst>
              <a:ext uri="{FF2B5EF4-FFF2-40B4-BE49-F238E27FC236}">
                <a16:creationId xmlns:a16="http://schemas.microsoft.com/office/drawing/2014/main" id="{A651D37C-8FCF-FBEE-B848-BE6B11B63E10}"/>
              </a:ext>
            </a:extLst>
          </p:cNvPr>
          <p:cNvSpPr/>
          <p:nvPr/>
        </p:nvSpPr>
        <p:spPr>
          <a:xfrm>
            <a:off x="4938293" y="8452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5" name="Oval 264">
            <a:extLst>
              <a:ext uri="{FF2B5EF4-FFF2-40B4-BE49-F238E27FC236}">
                <a16:creationId xmlns:a16="http://schemas.microsoft.com/office/drawing/2014/main" id="{5E3A74CD-4315-A3B5-6A22-A19FB06CCE2C}"/>
              </a:ext>
            </a:extLst>
          </p:cNvPr>
          <p:cNvSpPr/>
          <p:nvPr/>
        </p:nvSpPr>
        <p:spPr>
          <a:xfrm>
            <a:off x="5244293" y="845218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6" name="Oval 265">
            <a:extLst>
              <a:ext uri="{FF2B5EF4-FFF2-40B4-BE49-F238E27FC236}">
                <a16:creationId xmlns:a16="http://schemas.microsoft.com/office/drawing/2014/main" id="{1DAA54E3-A112-3281-3AEE-81F81EBD90F6}"/>
              </a:ext>
            </a:extLst>
          </p:cNvPr>
          <p:cNvSpPr/>
          <p:nvPr/>
        </p:nvSpPr>
        <p:spPr>
          <a:xfrm>
            <a:off x="4938293" y="8543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7" name="Oval 266">
            <a:extLst>
              <a:ext uri="{FF2B5EF4-FFF2-40B4-BE49-F238E27FC236}">
                <a16:creationId xmlns:a16="http://schemas.microsoft.com/office/drawing/2014/main" id="{4BCF4AFE-48FF-9426-8297-0462FF25C8D1}"/>
              </a:ext>
            </a:extLst>
          </p:cNvPr>
          <p:cNvSpPr/>
          <p:nvPr/>
        </p:nvSpPr>
        <p:spPr>
          <a:xfrm>
            <a:off x="5244293" y="854362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8" name="Oval 267">
            <a:extLst>
              <a:ext uri="{FF2B5EF4-FFF2-40B4-BE49-F238E27FC236}">
                <a16:creationId xmlns:a16="http://schemas.microsoft.com/office/drawing/2014/main" id="{91B54AFB-7522-C070-1197-0377749E546A}"/>
              </a:ext>
            </a:extLst>
          </p:cNvPr>
          <p:cNvSpPr/>
          <p:nvPr/>
        </p:nvSpPr>
        <p:spPr>
          <a:xfrm>
            <a:off x="4938293" y="86350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9" name="Oval 268">
            <a:extLst>
              <a:ext uri="{FF2B5EF4-FFF2-40B4-BE49-F238E27FC236}">
                <a16:creationId xmlns:a16="http://schemas.microsoft.com/office/drawing/2014/main" id="{9F874A32-FF13-3761-74A1-6061997B49B7}"/>
              </a:ext>
            </a:extLst>
          </p:cNvPr>
          <p:cNvSpPr/>
          <p:nvPr/>
        </p:nvSpPr>
        <p:spPr>
          <a:xfrm>
            <a:off x="5244293" y="8635063"/>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70" name="Rectangle 269">
            <a:extLst>
              <a:ext uri="{FF2B5EF4-FFF2-40B4-BE49-F238E27FC236}">
                <a16:creationId xmlns:a16="http://schemas.microsoft.com/office/drawing/2014/main" id="{B0471C9E-B33E-3B9A-DC8A-AF003A02E93B}"/>
              </a:ext>
            </a:extLst>
          </p:cNvPr>
          <p:cNvSpPr/>
          <p:nvPr/>
        </p:nvSpPr>
        <p:spPr>
          <a:xfrm>
            <a:off x="1966914" y="1114788"/>
            <a:ext cx="455295" cy="45529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271" name="Rectangle 270">
            <a:extLst>
              <a:ext uri="{FF2B5EF4-FFF2-40B4-BE49-F238E27FC236}">
                <a16:creationId xmlns:a16="http://schemas.microsoft.com/office/drawing/2014/main" id="{8DE32A25-6875-8C8A-785F-F4B9829A81F4}"/>
              </a:ext>
            </a:extLst>
          </p:cNvPr>
          <p:cNvSpPr/>
          <p:nvPr/>
        </p:nvSpPr>
        <p:spPr>
          <a:xfrm>
            <a:off x="2069153" y="1217447"/>
            <a:ext cx="128160" cy="3672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271">
            <a:extLst>
              <a:ext uri="{FF2B5EF4-FFF2-40B4-BE49-F238E27FC236}">
                <a16:creationId xmlns:a16="http://schemas.microsoft.com/office/drawing/2014/main" id="{6D4DF050-8F41-6FF3-FBCC-607191ACF0E0}"/>
              </a:ext>
            </a:extLst>
          </p:cNvPr>
          <p:cNvSpPr/>
          <p:nvPr/>
        </p:nvSpPr>
        <p:spPr>
          <a:xfrm rot="5400000">
            <a:off x="2256353" y="1325447"/>
            <a:ext cx="109800" cy="2736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272">
            <a:extLst>
              <a:ext uri="{FF2B5EF4-FFF2-40B4-BE49-F238E27FC236}">
                <a16:creationId xmlns:a16="http://schemas.microsoft.com/office/drawing/2014/main" id="{FC0CDD17-D0EA-B435-4AD9-22F7E23D21B5}"/>
              </a:ext>
            </a:extLst>
          </p:cNvPr>
          <p:cNvSpPr/>
          <p:nvPr/>
        </p:nvSpPr>
        <p:spPr>
          <a:xfrm>
            <a:off x="2069153" y="1440647"/>
            <a:ext cx="109800" cy="2736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5" name="Straight Connector 274">
            <a:extLst>
              <a:ext uri="{FF2B5EF4-FFF2-40B4-BE49-F238E27FC236}">
                <a16:creationId xmlns:a16="http://schemas.microsoft.com/office/drawing/2014/main" id="{DFD9E54D-044A-B9A6-03C5-EA5C5FF9209A}"/>
              </a:ext>
            </a:extLst>
          </p:cNvPr>
          <p:cNvCxnSpPr>
            <a:cxnSpLocks/>
          </p:cNvCxnSpPr>
          <p:nvPr/>
        </p:nvCxnSpPr>
        <p:spPr>
          <a:xfrm flipV="1">
            <a:off x="2326493" y="1347361"/>
            <a:ext cx="371940" cy="586"/>
          </a:xfrm>
          <a:prstGeom prst="line">
            <a:avLst/>
          </a:prstGeom>
        </p:spPr>
        <p:style>
          <a:lnRef idx="2">
            <a:schemeClr val="accent1"/>
          </a:lnRef>
          <a:fillRef idx="0">
            <a:schemeClr val="accent1"/>
          </a:fillRef>
          <a:effectRef idx="1">
            <a:schemeClr val="accent1"/>
          </a:effectRef>
          <a:fontRef idx="minor">
            <a:schemeClr val="tx1"/>
          </a:fontRef>
        </p:style>
      </p:cxnSp>
      <p:cxnSp>
        <p:nvCxnSpPr>
          <p:cNvPr id="277" name="Straight Connector 276">
            <a:extLst>
              <a:ext uri="{FF2B5EF4-FFF2-40B4-BE49-F238E27FC236}">
                <a16:creationId xmlns:a16="http://schemas.microsoft.com/office/drawing/2014/main" id="{4AADE2E6-B89C-0DFB-B43F-027F6F355A2A}"/>
              </a:ext>
            </a:extLst>
          </p:cNvPr>
          <p:cNvCxnSpPr>
            <a:cxnSpLocks/>
          </p:cNvCxnSpPr>
          <p:nvPr/>
        </p:nvCxnSpPr>
        <p:spPr>
          <a:xfrm flipV="1">
            <a:off x="2683193" y="1059181"/>
            <a:ext cx="0" cy="288181"/>
          </a:xfrm>
          <a:prstGeom prst="line">
            <a:avLst/>
          </a:prstGeom>
        </p:spPr>
        <p:style>
          <a:lnRef idx="2">
            <a:schemeClr val="accent1"/>
          </a:lnRef>
          <a:fillRef idx="0">
            <a:schemeClr val="accent1"/>
          </a:fillRef>
          <a:effectRef idx="1">
            <a:schemeClr val="accent1"/>
          </a:effectRef>
          <a:fontRef idx="minor">
            <a:schemeClr val="tx1"/>
          </a:fontRef>
        </p:style>
      </p:cxnSp>
      <p:cxnSp>
        <p:nvCxnSpPr>
          <p:cNvPr id="279" name="Straight Connector 278">
            <a:extLst>
              <a:ext uri="{FF2B5EF4-FFF2-40B4-BE49-F238E27FC236}">
                <a16:creationId xmlns:a16="http://schemas.microsoft.com/office/drawing/2014/main" id="{EACDE4B5-9809-F5B8-356E-C93A5127215B}"/>
              </a:ext>
            </a:extLst>
          </p:cNvPr>
          <p:cNvCxnSpPr>
            <a:cxnSpLocks/>
          </p:cNvCxnSpPr>
          <p:nvPr/>
        </p:nvCxnSpPr>
        <p:spPr>
          <a:xfrm>
            <a:off x="2698433" y="1066800"/>
            <a:ext cx="5916930" cy="0"/>
          </a:xfrm>
          <a:prstGeom prst="line">
            <a:avLst/>
          </a:prstGeom>
          <a:ln/>
        </p:spPr>
        <p:style>
          <a:lnRef idx="1">
            <a:schemeClr val="dk1"/>
          </a:lnRef>
          <a:fillRef idx="0">
            <a:schemeClr val="dk1"/>
          </a:fillRef>
          <a:effectRef idx="0">
            <a:schemeClr val="dk1"/>
          </a:effectRef>
          <a:fontRef idx="minor">
            <a:schemeClr val="tx1"/>
          </a:fontRef>
        </p:style>
      </p:cxnSp>
      <p:cxnSp>
        <p:nvCxnSpPr>
          <p:cNvPr id="282" name="Straight Connector 281">
            <a:extLst>
              <a:ext uri="{FF2B5EF4-FFF2-40B4-BE49-F238E27FC236}">
                <a16:creationId xmlns:a16="http://schemas.microsoft.com/office/drawing/2014/main" id="{2D57A3F2-3194-5F75-E19A-890390ECA40B}"/>
              </a:ext>
            </a:extLst>
          </p:cNvPr>
          <p:cNvCxnSpPr>
            <a:stCxn id="273" idx="2"/>
          </p:cNvCxnSpPr>
          <p:nvPr/>
        </p:nvCxnSpPr>
        <p:spPr>
          <a:xfrm flipH="1">
            <a:off x="2111693" y="1468008"/>
            <a:ext cx="12360" cy="8323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F99DC597-9821-380D-9476-42B321D5B8C3}"/>
              </a:ext>
            </a:extLst>
          </p:cNvPr>
          <p:cNvCxnSpPr/>
          <p:nvPr/>
        </p:nvCxnSpPr>
        <p:spPr>
          <a:xfrm>
            <a:off x="2096453" y="9799320"/>
            <a:ext cx="59436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5" name="Rectangle 284">
            <a:extLst>
              <a:ext uri="{FF2B5EF4-FFF2-40B4-BE49-F238E27FC236}">
                <a16:creationId xmlns:a16="http://schemas.microsoft.com/office/drawing/2014/main" id="{9A594749-7466-7D43-FE09-20D22059FC71}"/>
              </a:ext>
            </a:extLst>
          </p:cNvPr>
          <p:cNvSpPr/>
          <p:nvPr/>
        </p:nvSpPr>
        <p:spPr>
          <a:xfrm>
            <a:off x="2342272" y="3446881"/>
            <a:ext cx="1908000" cy="3654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6" name="TextBox 285">
            <a:extLst>
              <a:ext uri="{FF2B5EF4-FFF2-40B4-BE49-F238E27FC236}">
                <a16:creationId xmlns:a16="http://schemas.microsoft.com/office/drawing/2014/main" id="{B38F4582-8926-AED7-ED99-6A707656DFD6}"/>
              </a:ext>
            </a:extLst>
          </p:cNvPr>
          <p:cNvSpPr txBox="1"/>
          <p:nvPr/>
        </p:nvSpPr>
        <p:spPr>
          <a:xfrm>
            <a:off x="2841209" y="5030549"/>
            <a:ext cx="1507957" cy="369332"/>
          </a:xfrm>
          <a:prstGeom prst="rect">
            <a:avLst/>
          </a:prstGeom>
          <a:noFill/>
        </p:spPr>
        <p:txBody>
          <a:bodyPr wrap="square" rtlCol="0">
            <a:spAutoFit/>
          </a:bodyPr>
          <a:lstStyle/>
          <a:p>
            <a:r>
              <a:rPr lang="en-US" dirty="0"/>
              <a:t>Arduino</a:t>
            </a:r>
            <a:endParaRPr lang="en-CA" dirty="0"/>
          </a:p>
        </p:txBody>
      </p:sp>
      <p:sp>
        <p:nvSpPr>
          <p:cNvPr id="287" name="TextBox 286">
            <a:extLst>
              <a:ext uri="{FF2B5EF4-FFF2-40B4-BE49-F238E27FC236}">
                <a16:creationId xmlns:a16="http://schemas.microsoft.com/office/drawing/2014/main" id="{EEF91D66-641D-7884-2BB1-1E2D32B7ED6D}"/>
              </a:ext>
            </a:extLst>
          </p:cNvPr>
          <p:cNvSpPr txBox="1"/>
          <p:nvPr/>
        </p:nvSpPr>
        <p:spPr>
          <a:xfrm rot="16200000">
            <a:off x="8607303" y="5106231"/>
            <a:ext cx="1447200" cy="523220"/>
          </a:xfrm>
          <a:prstGeom prst="rect">
            <a:avLst/>
          </a:prstGeom>
          <a:noFill/>
        </p:spPr>
        <p:txBody>
          <a:bodyPr wrap="square" rtlCol="0">
            <a:spAutoFit/>
          </a:bodyPr>
          <a:lstStyle/>
          <a:p>
            <a:r>
              <a:rPr lang="en-US" sz="2800" dirty="0"/>
              <a:t>25cm</a:t>
            </a:r>
            <a:endParaRPr lang="en-CA" sz="2800" dirty="0"/>
          </a:p>
        </p:txBody>
      </p:sp>
      <p:sp>
        <p:nvSpPr>
          <p:cNvPr id="290" name="TextBox 289">
            <a:extLst>
              <a:ext uri="{FF2B5EF4-FFF2-40B4-BE49-F238E27FC236}">
                <a16:creationId xmlns:a16="http://schemas.microsoft.com/office/drawing/2014/main" id="{3EC30617-BDBD-33CB-777A-01251C05951E}"/>
              </a:ext>
            </a:extLst>
          </p:cNvPr>
          <p:cNvSpPr txBox="1"/>
          <p:nvPr/>
        </p:nvSpPr>
        <p:spPr>
          <a:xfrm>
            <a:off x="4968773" y="9992041"/>
            <a:ext cx="1447200" cy="523220"/>
          </a:xfrm>
          <a:prstGeom prst="rect">
            <a:avLst/>
          </a:prstGeom>
          <a:noFill/>
        </p:spPr>
        <p:txBody>
          <a:bodyPr wrap="square" rtlCol="0">
            <a:spAutoFit/>
          </a:bodyPr>
          <a:lstStyle/>
          <a:p>
            <a:r>
              <a:rPr lang="en-US" sz="2800" dirty="0"/>
              <a:t>20cm</a:t>
            </a:r>
            <a:endParaRPr lang="en-CA" sz="2800" dirty="0"/>
          </a:p>
        </p:txBody>
      </p:sp>
      <p:cxnSp>
        <p:nvCxnSpPr>
          <p:cNvPr id="292" name="Straight Connector 291">
            <a:extLst>
              <a:ext uri="{FF2B5EF4-FFF2-40B4-BE49-F238E27FC236}">
                <a16:creationId xmlns:a16="http://schemas.microsoft.com/office/drawing/2014/main" id="{290E0D93-0979-EBC5-2135-4C1EA7CAEE12}"/>
              </a:ext>
            </a:extLst>
          </p:cNvPr>
          <p:cNvCxnSpPr>
            <a:cxnSpLocks/>
            <a:stCxn id="211" idx="2"/>
          </p:cNvCxnSpPr>
          <p:nvPr/>
        </p:nvCxnSpPr>
        <p:spPr>
          <a:xfrm flipH="1">
            <a:off x="4425634" y="2262703"/>
            <a:ext cx="512661" cy="10057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4" name="Straight Connector 293">
            <a:extLst>
              <a:ext uri="{FF2B5EF4-FFF2-40B4-BE49-F238E27FC236}">
                <a16:creationId xmlns:a16="http://schemas.microsoft.com/office/drawing/2014/main" id="{DCB5AB65-1963-E5CC-564D-733839BA7E08}"/>
              </a:ext>
            </a:extLst>
          </p:cNvPr>
          <p:cNvCxnSpPr>
            <a:cxnSpLocks/>
          </p:cNvCxnSpPr>
          <p:nvPr/>
        </p:nvCxnSpPr>
        <p:spPr>
          <a:xfrm>
            <a:off x="4425633" y="2363282"/>
            <a:ext cx="0" cy="743095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2" name="Straight Connector 301">
            <a:extLst>
              <a:ext uri="{FF2B5EF4-FFF2-40B4-BE49-F238E27FC236}">
                <a16:creationId xmlns:a16="http://schemas.microsoft.com/office/drawing/2014/main" id="{D7055471-5C8E-B140-409B-521AB91F2C1F}"/>
              </a:ext>
            </a:extLst>
          </p:cNvPr>
          <p:cNvCxnSpPr>
            <a:stCxn id="230" idx="4"/>
          </p:cNvCxnSpPr>
          <p:nvPr/>
        </p:nvCxnSpPr>
        <p:spPr>
          <a:xfrm flipH="1">
            <a:off x="4547553" y="4376263"/>
            <a:ext cx="408740" cy="40369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4" name="Straight Connector 303">
            <a:extLst>
              <a:ext uri="{FF2B5EF4-FFF2-40B4-BE49-F238E27FC236}">
                <a16:creationId xmlns:a16="http://schemas.microsoft.com/office/drawing/2014/main" id="{7555762B-ACFC-3B06-CDDC-80BE813F6919}"/>
              </a:ext>
            </a:extLst>
          </p:cNvPr>
          <p:cNvCxnSpPr/>
          <p:nvPr/>
        </p:nvCxnSpPr>
        <p:spPr>
          <a:xfrm>
            <a:off x="4537393" y="4779962"/>
            <a:ext cx="0" cy="502443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6" name="Straight Connector 305">
            <a:extLst>
              <a:ext uri="{FF2B5EF4-FFF2-40B4-BE49-F238E27FC236}">
                <a16:creationId xmlns:a16="http://schemas.microsoft.com/office/drawing/2014/main" id="{FFF78749-886A-95AA-B982-067EEA782BBA}"/>
              </a:ext>
            </a:extLst>
          </p:cNvPr>
          <p:cNvCxnSpPr>
            <a:cxnSpLocks/>
            <a:stCxn id="249" idx="7"/>
          </p:cNvCxnSpPr>
          <p:nvPr/>
        </p:nvCxnSpPr>
        <p:spPr>
          <a:xfrm flipH="1">
            <a:off x="4659313" y="6586895"/>
            <a:ext cx="309708" cy="246146"/>
          </a:xfrm>
          <a:prstGeom prst="line">
            <a:avLst/>
          </a:prstGeom>
        </p:spPr>
        <p:style>
          <a:lnRef idx="2">
            <a:schemeClr val="dk1"/>
          </a:lnRef>
          <a:fillRef idx="0">
            <a:schemeClr val="dk1"/>
          </a:fillRef>
          <a:effectRef idx="1">
            <a:schemeClr val="dk1"/>
          </a:effectRef>
          <a:fontRef idx="minor">
            <a:schemeClr val="tx1"/>
          </a:fontRef>
        </p:style>
      </p:cxnSp>
      <p:cxnSp>
        <p:nvCxnSpPr>
          <p:cNvPr id="308" name="Straight Connector 307">
            <a:extLst>
              <a:ext uri="{FF2B5EF4-FFF2-40B4-BE49-F238E27FC236}">
                <a16:creationId xmlns:a16="http://schemas.microsoft.com/office/drawing/2014/main" id="{EC0337EB-40BB-D201-EB94-1F81EE80E4DF}"/>
              </a:ext>
            </a:extLst>
          </p:cNvPr>
          <p:cNvCxnSpPr/>
          <p:nvPr/>
        </p:nvCxnSpPr>
        <p:spPr>
          <a:xfrm>
            <a:off x="4659313" y="6833042"/>
            <a:ext cx="0" cy="2951039"/>
          </a:xfrm>
          <a:prstGeom prst="line">
            <a:avLst/>
          </a:prstGeom>
        </p:spPr>
        <p:style>
          <a:lnRef idx="2">
            <a:schemeClr val="dk1"/>
          </a:lnRef>
          <a:fillRef idx="0">
            <a:schemeClr val="dk1"/>
          </a:fillRef>
          <a:effectRef idx="1">
            <a:schemeClr val="dk1"/>
          </a:effectRef>
          <a:fontRef idx="minor">
            <a:schemeClr val="tx1"/>
          </a:fontRef>
        </p:style>
      </p:cxnSp>
      <p:cxnSp>
        <p:nvCxnSpPr>
          <p:cNvPr id="311" name="Straight Connector 310">
            <a:extLst>
              <a:ext uri="{FF2B5EF4-FFF2-40B4-BE49-F238E27FC236}">
                <a16:creationId xmlns:a16="http://schemas.microsoft.com/office/drawing/2014/main" id="{F3257CC2-0880-A20F-04B9-AA335AD434D2}"/>
              </a:ext>
            </a:extLst>
          </p:cNvPr>
          <p:cNvCxnSpPr>
            <a:stCxn id="268" idx="4"/>
          </p:cNvCxnSpPr>
          <p:nvPr/>
        </p:nvCxnSpPr>
        <p:spPr>
          <a:xfrm flipH="1">
            <a:off x="4791393" y="8671064"/>
            <a:ext cx="164900" cy="127497"/>
          </a:xfrm>
          <a:prstGeom prst="line">
            <a:avLst/>
          </a:prstGeom>
        </p:spPr>
        <p:style>
          <a:lnRef idx="2">
            <a:schemeClr val="dk1"/>
          </a:lnRef>
          <a:fillRef idx="0">
            <a:schemeClr val="dk1"/>
          </a:fillRef>
          <a:effectRef idx="1">
            <a:schemeClr val="dk1"/>
          </a:effectRef>
          <a:fontRef idx="minor">
            <a:schemeClr val="tx1"/>
          </a:fontRef>
        </p:style>
      </p:cxnSp>
      <p:cxnSp>
        <p:nvCxnSpPr>
          <p:cNvPr id="313" name="Straight Connector 312">
            <a:extLst>
              <a:ext uri="{FF2B5EF4-FFF2-40B4-BE49-F238E27FC236}">
                <a16:creationId xmlns:a16="http://schemas.microsoft.com/office/drawing/2014/main" id="{A496FB17-208A-0B6E-7FDA-A770827D0895}"/>
              </a:ext>
            </a:extLst>
          </p:cNvPr>
          <p:cNvCxnSpPr>
            <a:cxnSpLocks/>
          </p:cNvCxnSpPr>
          <p:nvPr/>
        </p:nvCxnSpPr>
        <p:spPr>
          <a:xfrm>
            <a:off x="4801553" y="8798560"/>
            <a:ext cx="0" cy="985520"/>
          </a:xfrm>
          <a:prstGeom prst="line">
            <a:avLst/>
          </a:prstGeom>
        </p:spPr>
        <p:style>
          <a:lnRef idx="2">
            <a:schemeClr val="dk1"/>
          </a:lnRef>
          <a:fillRef idx="0">
            <a:schemeClr val="dk1"/>
          </a:fillRef>
          <a:effectRef idx="1">
            <a:schemeClr val="dk1"/>
          </a:effectRef>
          <a:fontRef idx="minor">
            <a:schemeClr val="tx1"/>
          </a:fontRef>
        </p:style>
      </p:cxnSp>
      <p:cxnSp>
        <p:nvCxnSpPr>
          <p:cNvPr id="317" name="Straight Connector 316">
            <a:extLst>
              <a:ext uri="{FF2B5EF4-FFF2-40B4-BE49-F238E27FC236}">
                <a16:creationId xmlns:a16="http://schemas.microsoft.com/office/drawing/2014/main" id="{1A12BBEE-5881-BD59-50AE-FAABC2284A6B}"/>
              </a:ext>
            </a:extLst>
          </p:cNvPr>
          <p:cNvCxnSpPr>
            <a:cxnSpLocks/>
            <a:endCxn id="266" idx="4"/>
          </p:cNvCxnSpPr>
          <p:nvPr/>
        </p:nvCxnSpPr>
        <p:spPr>
          <a:xfrm>
            <a:off x="4242753" y="7091681"/>
            <a:ext cx="713540" cy="148794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0" name="Straight Connector 319">
            <a:extLst>
              <a:ext uri="{FF2B5EF4-FFF2-40B4-BE49-F238E27FC236}">
                <a16:creationId xmlns:a16="http://schemas.microsoft.com/office/drawing/2014/main" id="{681C0C69-D954-B2A3-3D61-5B4B29E5BA4F}"/>
              </a:ext>
            </a:extLst>
          </p:cNvPr>
          <p:cNvCxnSpPr>
            <a:endCxn id="264" idx="2"/>
          </p:cNvCxnSpPr>
          <p:nvPr/>
        </p:nvCxnSpPr>
        <p:spPr>
          <a:xfrm>
            <a:off x="4252913" y="7030721"/>
            <a:ext cx="690652" cy="145219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2" name="Straight Connector 321">
            <a:extLst>
              <a:ext uri="{FF2B5EF4-FFF2-40B4-BE49-F238E27FC236}">
                <a16:creationId xmlns:a16="http://schemas.microsoft.com/office/drawing/2014/main" id="{FE75C192-6610-866B-E9A0-84B093220C57}"/>
              </a:ext>
            </a:extLst>
          </p:cNvPr>
          <p:cNvCxnSpPr>
            <a:endCxn id="262" idx="5"/>
          </p:cNvCxnSpPr>
          <p:nvPr/>
        </p:nvCxnSpPr>
        <p:spPr>
          <a:xfrm>
            <a:off x="4252913" y="6947161"/>
            <a:ext cx="716108" cy="14443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4" name="Straight Connector 323">
            <a:extLst>
              <a:ext uri="{FF2B5EF4-FFF2-40B4-BE49-F238E27FC236}">
                <a16:creationId xmlns:a16="http://schemas.microsoft.com/office/drawing/2014/main" id="{22EE16CB-F6F1-CB5C-FCC7-08B659229444}"/>
              </a:ext>
            </a:extLst>
          </p:cNvPr>
          <p:cNvCxnSpPr>
            <a:endCxn id="260" idx="0"/>
          </p:cNvCxnSpPr>
          <p:nvPr/>
        </p:nvCxnSpPr>
        <p:spPr>
          <a:xfrm>
            <a:off x="4255453" y="6885941"/>
            <a:ext cx="700840" cy="138336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6" name="Straight Connector 325">
            <a:extLst>
              <a:ext uri="{FF2B5EF4-FFF2-40B4-BE49-F238E27FC236}">
                <a16:creationId xmlns:a16="http://schemas.microsoft.com/office/drawing/2014/main" id="{C1250D63-D3D4-51BF-74FE-A3F4FBB8768D}"/>
              </a:ext>
            </a:extLst>
          </p:cNvPr>
          <p:cNvCxnSpPr>
            <a:endCxn id="258" idx="5"/>
          </p:cNvCxnSpPr>
          <p:nvPr/>
        </p:nvCxnSpPr>
        <p:spPr>
          <a:xfrm>
            <a:off x="4250373" y="6833041"/>
            <a:ext cx="718648" cy="137555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8" name="Straight Connector 327">
            <a:extLst>
              <a:ext uri="{FF2B5EF4-FFF2-40B4-BE49-F238E27FC236}">
                <a16:creationId xmlns:a16="http://schemas.microsoft.com/office/drawing/2014/main" id="{B6AE3C29-2093-F225-ACF2-1FD344C78E96}"/>
              </a:ext>
            </a:extLst>
          </p:cNvPr>
          <p:cNvCxnSpPr>
            <a:endCxn id="256" idx="5"/>
          </p:cNvCxnSpPr>
          <p:nvPr/>
        </p:nvCxnSpPr>
        <p:spPr>
          <a:xfrm>
            <a:off x="4250373" y="6765361"/>
            <a:ext cx="718648" cy="135179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0" name="Straight Connector 329">
            <a:extLst>
              <a:ext uri="{FF2B5EF4-FFF2-40B4-BE49-F238E27FC236}">
                <a16:creationId xmlns:a16="http://schemas.microsoft.com/office/drawing/2014/main" id="{581F02A7-B3A9-1B2A-A8BC-6C8666606FD2}"/>
              </a:ext>
            </a:extLst>
          </p:cNvPr>
          <p:cNvCxnSpPr>
            <a:endCxn id="254" idx="4"/>
          </p:cNvCxnSpPr>
          <p:nvPr/>
        </p:nvCxnSpPr>
        <p:spPr>
          <a:xfrm>
            <a:off x="4252913" y="6719281"/>
            <a:ext cx="703380" cy="131170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2" name="Straight Connector 331">
            <a:extLst>
              <a:ext uri="{FF2B5EF4-FFF2-40B4-BE49-F238E27FC236}">
                <a16:creationId xmlns:a16="http://schemas.microsoft.com/office/drawing/2014/main" id="{13165DF2-289C-FAD9-A1F3-25732AB35BD5}"/>
              </a:ext>
            </a:extLst>
          </p:cNvPr>
          <p:cNvCxnSpPr>
            <a:endCxn id="252" idx="5"/>
          </p:cNvCxnSpPr>
          <p:nvPr/>
        </p:nvCxnSpPr>
        <p:spPr>
          <a:xfrm>
            <a:off x="4250373" y="6662421"/>
            <a:ext cx="718648" cy="12718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4" name="Straight Connector 333">
            <a:extLst>
              <a:ext uri="{FF2B5EF4-FFF2-40B4-BE49-F238E27FC236}">
                <a16:creationId xmlns:a16="http://schemas.microsoft.com/office/drawing/2014/main" id="{6C7116BE-43FC-E5EA-126E-F99CEF2E37A0}"/>
              </a:ext>
            </a:extLst>
          </p:cNvPr>
          <p:cNvCxnSpPr>
            <a:endCxn id="247" idx="4"/>
          </p:cNvCxnSpPr>
          <p:nvPr/>
        </p:nvCxnSpPr>
        <p:spPr>
          <a:xfrm flipV="1">
            <a:off x="4242753" y="6520912"/>
            <a:ext cx="700812" cy="2212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6" name="Straight Connector 335">
            <a:extLst>
              <a:ext uri="{FF2B5EF4-FFF2-40B4-BE49-F238E27FC236}">
                <a16:creationId xmlns:a16="http://schemas.microsoft.com/office/drawing/2014/main" id="{D8836609-3ADB-24EF-E76F-BF30F2C109B3}"/>
              </a:ext>
            </a:extLst>
          </p:cNvPr>
          <p:cNvCxnSpPr>
            <a:endCxn id="245" idx="5"/>
          </p:cNvCxnSpPr>
          <p:nvPr/>
        </p:nvCxnSpPr>
        <p:spPr>
          <a:xfrm flipV="1">
            <a:off x="4242753" y="6429472"/>
            <a:ext cx="726268" cy="3736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8" name="Straight Connector 337">
            <a:extLst>
              <a:ext uri="{FF2B5EF4-FFF2-40B4-BE49-F238E27FC236}">
                <a16:creationId xmlns:a16="http://schemas.microsoft.com/office/drawing/2014/main" id="{0A3D0A5A-285F-B7E9-DFA2-6DE51FCD3B32}"/>
              </a:ext>
            </a:extLst>
          </p:cNvPr>
          <p:cNvCxnSpPr>
            <a:endCxn id="243" idx="4"/>
          </p:cNvCxnSpPr>
          <p:nvPr/>
        </p:nvCxnSpPr>
        <p:spPr>
          <a:xfrm flipV="1">
            <a:off x="4237673" y="6343304"/>
            <a:ext cx="718620" cy="4733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0" name="Straight Connector 339">
            <a:extLst>
              <a:ext uri="{FF2B5EF4-FFF2-40B4-BE49-F238E27FC236}">
                <a16:creationId xmlns:a16="http://schemas.microsoft.com/office/drawing/2014/main" id="{645EA1C9-0509-3226-C524-EC9145DF7BB8}"/>
              </a:ext>
            </a:extLst>
          </p:cNvPr>
          <p:cNvCxnSpPr>
            <a:endCxn id="241" idx="3"/>
          </p:cNvCxnSpPr>
          <p:nvPr/>
        </p:nvCxnSpPr>
        <p:spPr>
          <a:xfrm flipV="1">
            <a:off x="4237673" y="6233864"/>
            <a:ext cx="700620" cy="7549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2" name="Straight Connector 341">
            <a:extLst>
              <a:ext uri="{FF2B5EF4-FFF2-40B4-BE49-F238E27FC236}">
                <a16:creationId xmlns:a16="http://schemas.microsoft.com/office/drawing/2014/main" id="{253292FF-1CF6-E5BF-4240-2132F9DDB705}"/>
              </a:ext>
            </a:extLst>
          </p:cNvPr>
          <p:cNvCxnSpPr>
            <a:endCxn id="239" idx="2"/>
          </p:cNvCxnSpPr>
          <p:nvPr/>
        </p:nvCxnSpPr>
        <p:spPr>
          <a:xfrm flipV="1">
            <a:off x="4247833" y="6142424"/>
            <a:ext cx="690460" cy="5009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4" name="Straight Connector 343">
            <a:extLst>
              <a:ext uri="{FF2B5EF4-FFF2-40B4-BE49-F238E27FC236}">
                <a16:creationId xmlns:a16="http://schemas.microsoft.com/office/drawing/2014/main" id="{7C3684F6-D042-26C6-CC6D-BBBD56BD1285}"/>
              </a:ext>
            </a:extLst>
          </p:cNvPr>
          <p:cNvCxnSpPr>
            <a:endCxn id="237" idx="6"/>
          </p:cNvCxnSpPr>
          <p:nvPr/>
        </p:nvCxnSpPr>
        <p:spPr>
          <a:xfrm flipV="1">
            <a:off x="4237673" y="6050984"/>
            <a:ext cx="736620" cy="5009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6" name="Straight Connector 345">
            <a:extLst>
              <a:ext uri="{FF2B5EF4-FFF2-40B4-BE49-F238E27FC236}">
                <a16:creationId xmlns:a16="http://schemas.microsoft.com/office/drawing/2014/main" id="{094D9E35-2966-1D94-BE15-4BF2CFAE6AF5}"/>
              </a:ext>
            </a:extLst>
          </p:cNvPr>
          <p:cNvCxnSpPr>
            <a:endCxn id="235" idx="3"/>
          </p:cNvCxnSpPr>
          <p:nvPr/>
        </p:nvCxnSpPr>
        <p:spPr>
          <a:xfrm flipV="1">
            <a:off x="4242753" y="5972272"/>
            <a:ext cx="700812" cy="526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8" name="Straight Connector 347">
            <a:extLst>
              <a:ext uri="{FF2B5EF4-FFF2-40B4-BE49-F238E27FC236}">
                <a16:creationId xmlns:a16="http://schemas.microsoft.com/office/drawing/2014/main" id="{3B3C76F1-EACF-935D-A689-1C4C6AFBFD7D}"/>
              </a:ext>
            </a:extLst>
          </p:cNvPr>
          <p:cNvCxnSpPr>
            <a:endCxn id="233" idx="6"/>
          </p:cNvCxnSpPr>
          <p:nvPr/>
        </p:nvCxnSpPr>
        <p:spPr>
          <a:xfrm flipV="1">
            <a:off x="4247833" y="5868104"/>
            <a:ext cx="726460" cy="5009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0" name="Straight Connector 349">
            <a:extLst>
              <a:ext uri="{FF2B5EF4-FFF2-40B4-BE49-F238E27FC236}">
                <a16:creationId xmlns:a16="http://schemas.microsoft.com/office/drawing/2014/main" id="{13724AB3-9E69-1427-82D3-1506D44DCD95}"/>
              </a:ext>
            </a:extLst>
          </p:cNvPr>
          <p:cNvCxnSpPr>
            <a:endCxn id="195" idx="2"/>
          </p:cNvCxnSpPr>
          <p:nvPr/>
        </p:nvCxnSpPr>
        <p:spPr>
          <a:xfrm flipV="1">
            <a:off x="4247834" y="1531183"/>
            <a:ext cx="690461" cy="193729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2" name="Straight Connector 351">
            <a:extLst>
              <a:ext uri="{FF2B5EF4-FFF2-40B4-BE49-F238E27FC236}">
                <a16:creationId xmlns:a16="http://schemas.microsoft.com/office/drawing/2014/main" id="{9B4B5B85-72CE-3ABC-11FE-D9F833A30073}"/>
              </a:ext>
            </a:extLst>
          </p:cNvPr>
          <p:cNvCxnSpPr>
            <a:endCxn id="197" idx="2"/>
          </p:cNvCxnSpPr>
          <p:nvPr/>
        </p:nvCxnSpPr>
        <p:spPr>
          <a:xfrm flipV="1">
            <a:off x="4252914" y="1622623"/>
            <a:ext cx="685381" cy="194881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4" name="Straight Connector 353">
            <a:extLst>
              <a:ext uri="{FF2B5EF4-FFF2-40B4-BE49-F238E27FC236}">
                <a16:creationId xmlns:a16="http://schemas.microsoft.com/office/drawing/2014/main" id="{D747F557-24B8-A3E0-587D-D258D3C2A671}"/>
              </a:ext>
            </a:extLst>
          </p:cNvPr>
          <p:cNvCxnSpPr>
            <a:endCxn id="199" idx="0"/>
          </p:cNvCxnSpPr>
          <p:nvPr/>
        </p:nvCxnSpPr>
        <p:spPr>
          <a:xfrm flipV="1">
            <a:off x="4247834" y="1696064"/>
            <a:ext cx="708461" cy="196153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6" name="Straight Connector 355">
            <a:extLst>
              <a:ext uri="{FF2B5EF4-FFF2-40B4-BE49-F238E27FC236}">
                <a16:creationId xmlns:a16="http://schemas.microsoft.com/office/drawing/2014/main" id="{AF45561B-5E4D-0899-F44C-D9C49E0A4C18}"/>
              </a:ext>
            </a:extLst>
          </p:cNvPr>
          <p:cNvCxnSpPr>
            <a:endCxn id="201" idx="6"/>
          </p:cNvCxnSpPr>
          <p:nvPr/>
        </p:nvCxnSpPr>
        <p:spPr>
          <a:xfrm flipV="1">
            <a:off x="4252914" y="1805504"/>
            <a:ext cx="721381" cy="193845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8" name="Straight Connector 357">
            <a:extLst>
              <a:ext uri="{FF2B5EF4-FFF2-40B4-BE49-F238E27FC236}">
                <a16:creationId xmlns:a16="http://schemas.microsoft.com/office/drawing/2014/main" id="{354BDAF2-A113-268F-EB28-088ED1D8B786}"/>
              </a:ext>
            </a:extLst>
          </p:cNvPr>
          <p:cNvCxnSpPr>
            <a:endCxn id="203" idx="2"/>
          </p:cNvCxnSpPr>
          <p:nvPr/>
        </p:nvCxnSpPr>
        <p:spPr>
          <a:xfrm flipV="1">
            <a:off x="4232594" y="1896944"/>
            <a:ext cx="705701" cy="192829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0" name="Straight Connector 359">
            <a:extLst>
              <a:ext uri="{FF2B5EF4-FFF2-40B4-BE49-F238E27FC236}">
                <a16:creationId xmlns:a16="http://schemas.microsoft.com/office/drawing/2014/main" id="{2EEEC647-249B-A7AB-70C0-1EA9966857E3}"/>
              </a:ext>
            </a:extLst>
          </p:cNvPr>
          <p:cNvCxnSpPr>
            <a:endCxn id="205" idx="1"/>
          </p:cNvCxnSpPr>
          <p:nvPr/>
        </p:nvCxnSpPr>
        <p:spPr>
          <a:xfrm flipV="1">
            <a:off x="4242754" y="1975656"/>
            <a:ext cx="700813" cy="195626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2" name="Straight Connector 361">
            <a:extLst>
              <a:ext uri="{FF2B5EF4-FFF2-40B4-BE49-F238E27FC236}">
                <a16:creationId xmlns:a16="http://schemas.microsoft.com/office/drawing/2014/main" id="{F8B1E67D-D404-1C14-7DCA-C542D5BE92D1}"/>
              </a:ext>
            </a:extLst>
          </p:cNvPr>
          <p:cNvCxnSpPr>
            <a:endCxn id="209" idx="1"/>
          </p:cNvCxnSpPr>
          <p:nvPr/>
        </p:nvCxnSpPr>
        <p:spPr>
          <a:xfrm flipV="1">
            <a:off x="4247834" y="2158536"/>
            <a:ext cx="695733" cy="182418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4" name="Straight Connector 363">
            <a:extLst>
              <a:ext uri="{FF2B5EF4-FFF2-40B4-BE49-F238E27FC236}">
                <a16:creationId xmlns:a16="http://schemas.microsoft.com/office/drawing/2014/main" id="{E2370592-8982-E1A3-34DB-63BEE69AFA0E}"/>
              </a:ext>
            </a:extLst>
          </p:cNvPr>
          <p:cNvCxnSpPr>
            <a:endCxn id="214" idx="3"/>
          </p:cNvCxnSpPr>
          <p:nvPr/>
        </p:nvCxnSpPr>
        <p:spPr>
          <a:xfrm flipV="1">
            <a:off x="4242753" y="3626744"/>
            <a:ext cx="695540" cy="59981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6" name="Straight Connector 365">
            <a:extLst>
              <a:ext uri="{FF2B5EF4-FFF2-40B4-BE49-F238E27FC236}">
                <a16:creationId xmlns:a16="http://schemas.microsoft.com/office/drawing/2014/main" id="{7793FCDB-1A2D-B340-DFF7-4F52E142AA07}"/>
              </a:ext>
            </a:extLst>
          </p:cNvPr>
          <p:cNvCxnSpPr>
            <a:endCxn id="216" idx="2"/>
          </p:cNvCxnSpPr>
          <p:nvPr/>
        </p:nvCxnSpPr>
        <p:spPr>
          <a:xfrm flipV="1">
            <a:off x="4242753" y="3718184"/>
            <a:ext cx="695540" cy="62013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8" name="Straight Connector 367">
            <a:extLst>
              <a:ext uri="{FF2B5EF4-FFF2-40B4-BE49-F238E27FC236}">
                <a16:creationId xmlns:a16="http://schemas.microsoft.com/office/drawing/2014/main" id="{36CB7728-DBB1-F368-F2CD-5DA098D3D0D7}"/>
              </a:ext>
            </a:extLst>
          </p:cNvPr>
          <p:cNvCxnSpPr>
            <a:endCxn id="218" idx="7"/>
          </p:cNvCxnSpPr>
          <p:nvPr/>
        </p:nvCxnSpPr>
        <p:spPr>
          <a:xfrm flipV="1">
            <a:off x="4247833" y="3796895"/>
            <a:ext cx="721188" cy="61946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0" name="Straight Connector 369">
            <a:extLst>
              <a:ext uri="{FF2B5EF4-FFF2-40B4-BE49-F238E27FC236}">
                <a16:creationId xmlns:a16="http://schemas.microsoft.com/office/drawing/2014/main" id="{CFB03855-0D71-C5F4-6D5B-BB742337EA91}"/>
              </a:ext>
            </a:extLst>
          </p:cNvPr>
          <p:cNvCxnSpPr>
            <a:endCxn id="220" idx="3"/>
          </p:cNvCxnSpPr>
          <p:nvPr/>
        </p:nvCxnSpPr>
        <p:spPr>
          <a:xfrm flipV="1">
            <a:off x="4242753" y="3913791"/>
            <a:ext cx="700812" cy="61669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2" name="Straight Connector 371">
            <a:extLst>
              <a:ext uri="{FF2B5EF4-FFF2-40B4-BE49-F238E27FC236}">
                <a16:creationId xmlns:a16="http://schemas.microsoft.com/office/drawing/2014/main" id="{42167166-5806-0022-0534-DC434902CA5D}"/>
              </a:ext>
            </a:extLst>
          </p:cNvPr>
          <p:cNvCxnSpPr>
            <a:endCxn id="222" idx="3"/>
          </p:cNvCxnSpPr>
          <p:nvPr/>
        </p:nvCxnSpPr>
        <p:spPr>
          <a:xfrm flipV="1">
            <a:off x="4242753" y="4005231"/>
            <a:ext cx="700812" cy="6390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4" name="Straight Connector 373">
            <a:extLst>
              <a:ext uri="{FF2B5EF4-FFF2-40B4-BE49-F238E27FC236}">
                <a16:creationId xmlns:a16="http://schemas.microsoft.com/office/drawing/2014/main" id="{C6D6B159-4E40-FD5A-C6FA-80FDB32561B1}"/>
              </a:ext>
            </a:extLst>
          </p:cNvPr>
          <p:cNvCxnSpPr>
            <a:endCxn id="224" idx="2"/>
          </p:cNvCxnSpPr>
          <p:nvPr/>
        </p:nvCxnSpPr>
        <p:spPr>
          <a:xfrm flipV="1">
            <a:off x="4242753" y="4083944"/>
            <a:ext cx="695540" cy="64553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6" name="Straight Connector 375">
            <a:extLst>
              <a:ext uri="{FF2B5EF4-FFF2-40B4-BE49-F238E27FC236}">
                <a16:creationId xmlns:a16="http://schemas.microsoft.com/office/drawing/2014/main" id="{9804AD00-4DE5-0C0E-AE88-9BA96C3BAE2D}"/>
              </a:ext>
            </a:extLst>
          </p:cNvPr>
          <p:cNvCxnSpPr>
            <a:endCxn id="226" idx="3"/>
          </p:cNvCxnSpPr>
          <p:nvPr/>
        </p:nvCxnSpPr>
        <p:spPr>
          <a:xfrm flipV="1">
            <a:off x="4237673" y="4188112"/>
            <a:ext cx="705892" cy="63788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8" name="Straight Connector 377">
            <a:extLst>
              <a:ext uri="{FF2B5EF4-FFF2-40B4-BE49-F238E27FC236}">
                <a16:creationId xmlns:a16="http://schemas.microsoft.com/office/drawing/2014/main" id="{BA082A4D-AE46-626E-13C9-3F46D0AAB9B7}"/>
              </a:ext>
            </a:extLst>
          </p:cNvPr>
          <p:cNvCxnSpPr>
            <a:endCxn id="228" idx="6"/>
          </p:cNvCxnSpPr>
          <p:nvPr/>
        </p:nvCxnSpPr>
        <p:spPr>
          <a:xfrm flipV="1">
            <a:off x="4242753" y="4266824"/>
            <a:ext cx="731540" cy="65061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79" name="TextBox 378">
            <a:extLst>
              <a:ext uri="{FF2B5EF4-FFF2-40B4-BE49-F238E27FC236}">
                <a16:creationId xmlns:a16="http://schemas.microsoft.com/office/drawing/2014/main" id="{B2A282C2-8F27-62CA-98E8-AFF915242181}"/>
              </a:ext>
            </a:extLst>
          </p:cNvPr>
          <p:cNvSpPr txBox="1"/>
          <p:nvPr/>
        </p:nvSpPr>
        <p:spPr>
          <a:xfrm>
            <a:off x="2876396" y="9432917"/>
            <a:ext cx="1447200" cy="369332"/>
          </a:xfrm>
          <a:prstGeom prst="rect">
            <a:avLst/>
          </a:prstGeom>
          <a:noFill/>
        </p:spPr>
        <p:txBody>
          <a:bodyPr wrap="square" rtlCol="0">
            <a:spAutoFit/>
          </a:bodyPr>
          <a:lstStyle/>
          <a:p>
            <a:r>
              <a:rPr lang="en-US" dirty="0"/>
              <a:t>GND</a:t>
            </a:r>
            <a:endParaRPr lang="en-CA" dirty="0"/>
          </a:p>
        </p:txBody>
      </p:sp>
      <p:sp>
        <p:nvSpPr>
          <p:cNvPr id="380" name="TextBox 379">
            <a:extLst>
              <a:ext uri="{FF2B5EF4-FFF2-40B4-BE49-F238E27FC236}">
                <a16:creationId xmlns:a16="http://schemas.microsoft.com/office/drawing/2014/main" id="{E1FA60A9-6E7B-0211-B627-AD094767BA64}"/>
              </a:ext>
            </a:extLst>
          </p:cNvPr>
          <p:cNvSpPr txBox="1"/>
          <p:nvPr/>
        </p:nvSpPr>
        <p:spPr>
          <a:xfrm>
            <a:off x="3182395" y="1095015"/>
            <a:ext cx="1447200" cy="369332"/>
          </a:xfrm>
          <a:prstGeom prst="rect">
            <a:avLst/>
          </a:prstGeom>
          <a:noFill/>
        </p:spPr>
        <p:txBody>
          <a:bodyPr wrap="square" rtlCol="0">
            <a:spAutoFit/>
          </a:bodyPr>
          <a:lstStyle/>
          <a:p>
            <a:r>
              <a:rPr lang="en-US" dirty="0"/>
              <a:t>+ 5V</a:t>
            </a:r>
            <a:endParaRPr lang="en-CA" dirty="0"/>
          </a:p>
        </p:txBody>
      </p:sp>
      <p:cxnSp>
        <p:nvCxnSpPr>
          <p:cNvPr id="382" name="Straight Connector 381">
            <a:extLst>
              <a:ext uri="{FF2B5EF4-FFF2-40B4-BE49-F238E27FC236}">
                <a16:creationId xmlns:a16="http://schemas.microsoft.com/office/drawing/2014/main" id="{EC7D4CCA-1FA7-4FDD-87CA-E010FF3C1E64}"/>
              </a:ext>
            </a:extLst>
          </p:cNvPr>
          <p:cNvCxnSpPr>
            <a:endCxn id="6" idx="7"/>
          </p:cNvCxnSpPr>
          <p:nvPr/>
        </p:nvCxnSpPr>
        <p:spPr>
          <a:xfrm>
            <a:off x="5703173" y="1074421"/>
            <a:ext cx="0" cy="205261"/>
          </a:xfrm>
          <a:prstGeom prst="line">
            <a:avLst/>
          </a:prstGeom>
        </p:spPr>
        <p:style>
          <a:lnRef idx="2">
            <a:schemeClr val="dk1"/>
          </a:lnRef>
          <a:fillRef idx="0">
            <a:schemeClr val="dk1"/>
          </a:fillRef>
          <a:effectRef idx="1">
            <a:schemeClr val="dk1"/>
          </a:effectRef>
          <a:fontRef idx="minor">
            <a:schemeClr val="tx1"/>
          </a:fontRef>
        </p:style>
      </p:cxnSp>
      <p:cxnSp>
        <p:nvCxnSpPr>
          <p:cNvPr id="383" name="Straight Connector 382">
            <a:extLst>
              <a:ext uri="{FF2B5EF4-FFF2-40B4-BE49-F238E27FC236}">
                <a16:creationId xmlns:a16="http://schemas.microsoft.com/office/drawing/2014/main" id="{36221033-BF7D-4641-D9D4-31A1CDF71F08}"/>
              </a:ext>
            </a:extLst>
          </p:cNvPr>
          <p:cNvCxnSpPr>
            <a:cxnSpLocks/>
          </p:cNvCxnSpPr>
          <p:nvPr/>
        </p:nvCxnSpPr>
        <p:spPr>
          <a:xfrm>
            <a:off x="5789543" y="1074421"/>
            <a:ext cx="0" cy="226861"/>
          </a:xfrm>
          <a:prstGeom prst="line">
            <a:avLst/>
          </a:prstGeom>
        </p:spPr>
        <p:style>
          <a:lnRef idx="2">
            <a:schemeClr val="dk1"/>
          </a:lnRef>
          <a:fillRef idx="0">
            <a:schemeClr val="dk1"/>
          </a:fillRef>
          <a:effectRef idx="1">
            <a:schemeClr val="dk1"/>
          </a:effectRef>
          <a:fontRef idx="minor">
            <a:schemeClr val="tx1"/>
          </a:fontRef>
        </p:style>
      </p:cxnSp>
      <p:cxnSp>
        <p:nvCxnSpPr>
          <p:cNvPr id="390" name="Straight Connector 389">
            <a:extLst>
              <a:ext uri="{FF2B5EF4-FFF2-40B4-BE49-F238E27FC236}">
                <a16:creationId xmlns:a16="http://schemas.microsoft.com/office/drawing/2014/main" id="{E5CD867A-5516-40EF-1BEF-71FA12616DDA}"/>
              </a:ext>
            </a:extLst>
          </p:cNvPr>
          <p:cNvCxnSpPr>
            <a:cxnSpLocks/>
            <a:endCxn id="107" idx="3"/>
          </p:cNvCxnSpPr>
          <p:nvPr/>
        </p:nvCxnSpPr>
        <p:spPr>
          <a:xfrm flipH="1">
            <a:off x="6791257" y="1066800"/>
            <a:ext cx="7637" cy="786318"/>
          </a:xfrm>
          <a:prstGeom prst="line">
            <a:avLst/>
          </a:prstGeom>
        </p:spPr>
        <p:style>
          <a:lnRef idx="2">
            <a:schemeClr val="dk1"/>
          </a:lnRef>
          <a:fillRef idx="0">
            <a:schemeClr val="dk1"/>
          </a:fillRef>
          <a:effectRef idx="1">
            <a:schemeClr val="dk1"/>
          </a:effectRef>
          <a:fontRef idx="minor">
            <a:schemeClr val="tx1"/>
          </a:fontRef>
        </p:style>
      </p:cxnSp>
      <p:cxnSp>
        <p:nvCxnSpPr>
          <p:cNvPr id="393" name="Straight Connector 392">
            <a:extLst>
              <a:ext uri="{FF2B5EF4-FFF2-40B4-BE49-F238E27FC236}">
                <a16:creationId xmlns:a16="http://schemas.microsoft.com/office/drawing/2014/main" id="{F2EC5E16-A54E-A9B3-899D-3BC2D9F2EA8C}"/>
              </a:ext>
            </a:extLst>
          </p:cNvPr>
          <p:cNvCxnSpPr>
            <a:cxnSpLocks/>
            <a:endCxn id="108" idx="3"/>
          </p:cNvCxnSpPr>
          <p:nvPr/>
        </p:nvCxnSpPr>
        <p:spPr>
          <a:xfrm>
            <a:off x="6882156" y="1082040"/>
            <a:ext cx="0" cy="771078"/>
          </a:xfrm>
          <a:prstGeom prst="line">
            <a:avLst/>
          </a:prstGeom>
        </p:spPr>
        <p:style>
          <a:lnRef idx="2">
            <a:schemeClr val="dk1"/>
          </a:lnRef>
          <a:fillRef idx="0">
            <a:schemeClr val="dk1"/>
          </a:fillRef>
          <a:effectRef idx="1">
            <a:schemeClr val="dk1"/>
          </a:effectRef>
          <a:fontRef idx="minor">
            <a:schemeClr val="tx1"/>
          </a:fontRef>
        </p:style>
      </p:cxnSp>
      <p:cxnSp>
        <p:nvCxnSpPr>
          <p:cNvPr id="396" name="Straight Connector 395">
            <a:extLst>
              <a:ext uri="{FF2B5EF4-FFF2-40B4-BE49-F238E27FC236}">
                <a16:creationId xmlns:a16="http://schemas.microsoft.com/office/drawing/2014/main" id="{65079438-F375-77C5-A6C5-7C9FE2ABDD46}"/>
              </a:ext>
            </a:extLst>
          </p:cNvPr>
          <p:cNvCxnSpPr>
            <a:stCxn id="196" idx="6"/>
            <a:endCxn id="11" idx="6"/>
          </p:cNvCxnSpPr>
          <p:nvPr/>
        </p:nvCxnSpPr>
        <p:spPr>
          <a:xfrm flipV="1">
            <a:off x="5280295" y="1404241"/>
            <a:ext cx="433679" cy="12694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98" name="Straight Connector 397">
            <a:extLst>
              <a:ext uri="{FF2B5EF4-FFF2-40B4-BE49-F238E27FC236}">
                <a16:creationId xmlns:a16="http://schemas.microsoft.com/office/drawing/2014/main" id="{B65FB7EF-EE8B-0F22-2E96-A2B5C43DAF6F}"/>
              </a:ext>
            </a:extLst>
          </p:cNvPr>
          <p:cNvCxnSpPr>
            <a:stCxn id="198" idx="0"/>
            <a:endCxn id="12" idx="5"/>
          </p:cNvCxnSpPr>
          <p:nvPr/>
        </p:nvCxnSpPr>
        <p:spPr>
          <a:xfrm flipV="1">
            <a:off x="5262294" y="1411879"/>
            <a:ext cx="539416" cy="19274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00" name="Straight Connector 399">
            <a:extLst>
              <a:ext uri="{FF2B5EF4-FFF2-40B4-BE49-F238E27FC236}">
                <a16:creationId xmlns:a16="http://schemas.microsoft.com/office/drawing/2014/main" id="{9E8487CC-56CF-04D4-EB74-0197000DB13F}"/>
              </a:ext>
            </a:extLst>
          </p:cNvPr>
          <p:cNvCxnSpPr>
            <a:stCxn id="200" idx="7"/>
            <a:endCxn id="112" idx="6"/>
          </p:cNvCxnSpPr>
          <p:nvPr/>
        </p:nvCxnSpPr>
        <p:spPr>
          <a:xfrm>
            <a:off x="5275023" y="1701335"/>
            <a:ext cx="1534671" cy="25790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DCB09524-1F9C-0071-393A-EA0D8C60167F}"/>
              </a:ext>
            </a:extLst>
          </p:cNvPr>
          <p:cNvCxnSpPr>
            <a:stCxn id="202" idx="6"/>
          </p:cNvCxnSpPr>
          <p:nvPr/>
        </p:nvCxnSpPr>
        <p:spPr>
          <a:xfrm>
            <a:off x="5280295" y="1805504"/>
            <a:ext cx="1605329" cy="22903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DDB84BA9-C095-DE9C-C174-4115A590D0A3}"/>
              </a:ext>
            </a:extLst>
          </p:cNvPr>
          <p:cNvCxnSpPr>
            <a:endCxn id="113" idx="6"/>
          </p:cNvCxnSpPr>
          <p:nvPr/>
        </p:nvCxnSpPr>
        <p:spPr>
          <a:xfrm flipV="1">
            <a:off x="6897053" y="1959242"/>
            <a:ext cx="3540" cy="7529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21" name="Straight Connector 420">
            <a:extLst>
              <a:ext uri="{FF2B5EF4-FFF2-40B4-BE49-F238E27FC236}">
                <a16:creationId xmlns:a16="http://schemas.microsoft.com/office/drawing/2014/main" id="{4C44F358-A195-DBE5-E507-81475F7DD8EA}"/>
              </a:ext>
            </a:extLst>
          </p:cNvPr>
          <p:cNvCxnSpPr>
            <a:cxnSpLocks/>
            <a:endCxn id="17" idx="2"/>
          </p:cNvCxnSpPr>
          <p:nvPr/>
        </p:nvCxnSpPr>
        <p:spPr>
          <a:xfrm>
            <a:off x="5313617" y="1072897"/>
            <a:ext cx="378756" cy="1301185"/>
          </a:xfrm>
          <a:prstGeom prst="line">
            <a:avLst/>
          </a:prstGeom>
        </p:spPr>
        <p:style>
          <a:lnRef idx="2">
            <a:schemeClr val="dk1"/>
          </a:lnRef>
          <a:fillRef idx="0">
            <a:schemeClr val="dk1"/>
          </a:fillRef>
          <a:effectRef idx="1">
            <a:schemeClr val="dk1"/>
          </a:effectRef>
          <a:fontRef idx="minor">
            <a:schemeClr val="tx1"/>
          </a:fontRef>
        </p:style>
      </p:cxnSp>
      <p:cxnSp>
        <p:nvCxnSpPr>
          <p:cNvPr id="426" name="Straight Connector 425">
            <a:extLst>
              <a:ext uri="{FF2B5EF4-FFF2-40B4-BE49-F238E27FC236}">
                <a16:creationId xmlns:a16="http://schemas.microsoft.com/office/drawing/2014/main" id="{6D203D0E-CC9A-5B69-B40B-5A0559C51B02}"/>
              </a:ext>
            </a:extLst>
          </p:cNvPr>
          <p:cNvCxnSpPr>
            <a:endCxn id="18" idx="6"/>
          </p:cNvCxnSpPr>
          <p:nvPr/>
        </p:nvCxnSpPr>
        <p:spPr>
          <a:xfrm>
            <a:off x="5399994" y="1066800"/>
            <a:ext cx="401717" cy="1299644"/>
          </a:xfrm>
          <a:prstGeom prst="line">
            <a:avLst/>
          </a:prstGeom>
        </p:spPr>
        <p:style>
          <a:lnRef idx="2">
            <a:schemeClr val="dk1"/>
          </a:lnRef>
          <a:fillRef idx="0">
            <a:schemeClr val="dk1"/>
          </a:fillRef>
          <a:effectRef idx="1">
            <a:schemeClr val="dk1"/>
          </a:effectRef>
          <a:fontRef idx="minor">
            <a:schemeClr val="tx1"/>
          </a:fontRef>
        </p:style>
      </p:cxnSp>
      <p:cxnSp>
        <p:nvCxnSpPr>
          <p:cNvPr id="428" name="Straight Connector 427">
            <a:extLst>
              <a:ext uri="{FF2B5EF4-FFF2-40B4-BE49-F238E27FC236}">
                <a16:creationId xmlns:a16="http://schemas.microsoft.com/office/drawing/2014/main" id="{6835A6A7-207D-94EF-57B1-71D9DF7F6F57}"/>
              </a:ext>
            </a:extLst>
          </p:cNvPr>
          <p:cNvCxnSpPr>
            <a:cxnSpLocks/>
            <a:endCxn id="119" idx="2"/>
          </p:cNvCxnSpPr>
          <p:nvPr/>
        </p:nvCxnSpPr>
        <p:spPr>
          <a:xfrm>
            <a:off x="6551229" y="1072897"/>
            <a:ext cx="327765" cy="1856185"/>
          </a:xfrm>
          <a:prstGeom prst="line">
            <a:avLst/>
          </a:prstGeom>
        </p:spPr>
        <p:style>
          <a:lnRef idx="2">
            <a:schemeClr val="dk1"/>
          </a:lnRef>
          <a:fillRef idx="0">
            <a:schemeClr val="dk1"/>
          </a:fillRef>
          <a:effectRef idx="1">
            <a:schemeClr val="dk1"/>
          </a:effectRef>
          <a:fontRef idx="minor">
            <a:schemeClr val="tx1"/>
          </a:fontRef>
        </p:style>
      </p:cxnSp>
      <p:cxnSp>
        <p:nvCxnSpPr>
          <p:cNvPr id="431" name="Straight Connector 430">
            <a:extLst>
              <a:ext uri="{FF2B5EF4-FFF2-40B4-BE49-F238E27FC236}">
                <a16:creationId xmlns:a16="http://schemas.microsoft.com/office/drawing/2014/main" id="{CF8CD935-525F-344E-56BC-623E484F27D5}"/>
              </a:ext>
            </a:extLst>
          </p:cNvPr>
          <p:cNvCxnSpPr>
            <a:cxnSpLocks/>
            <a:endCxn id="118" idx="5"/>
          </p:cNvCxnSpPr>
          <p:nvPr/>
        </p:nvCxnSpPr>
        <p:spPr>
          <a:xfrm>
            <a:off x="6453570" y="1066800"/>
            <a:ext cx="352961" cy="1869918"/>
          </a:xfrm>
          <a:prstGeom prst="line">
            <a:avLst/>
          </a:prstGeom>
        </p:spPr>
        <p:style>
          <a:lnRef idx="2">
            <a:schemeClr val="dk1"/>
          </a:lnRef>
          <a:fillRef idx="0">
            <a:schemeClr val="dk1"/>
          </a:fillRef>
          <a:effectRef idx="1">
            <a:schemeClr val="dk1"/>
          </a:effectRef>
          <a:fontRef idx="minor">
            <a:schemeClr val="tx1"/>
          </a:fontRef>
        </p:style>
      </p:cxnSp>
      <p:cxnSp>
        <p:nvCxnSpPr>
          <p:cNvPr id="439" name="Straight Connector 438">
            <a:extLst>
              <a:ext uri="{FF2B5EF4-FFF2-40B4-BE49-F238E27FC236}">
                <a16:creationId xmlns:a16="http://schemas.microsoft.com/office/drawing/2014/main" id="{F0FEC8E3-3D8A-86A6-A5C9-D5AF84806A81}"/>
              </a:ext>
            </a:extLst>
          </p:cNvPr>
          <p:cNvCxnSpPr>
            <a:stCxn id="204" idx="6"/>
          </p:cNvCxnSpPr>
          <p:nvPr/>
        </p:nvCxnSpPr>
        <p:spPr>
          <a:xfrm>
            <a:off x="5280295" y="1896944"/>
            <a:ext cx="228395" cy="3548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1" name="Straight Connector 440">
            <a:extLst>
              <a:ext uri="{FF2B5EF4-FFF2-40B4-BE49-F238E27FC236}">
                <a16:creationId xmlns:a16="http://schemas.microsoft.com/office/drawing/2014/main" id="{07EE2A57-BEC7-7F2A-DA9D-6F7450228B33}"/>
              </a:ext>
            </a:extLst>
          </p:cNvPr>
          <p:cNvCxnSpPr/>
          <p:nvPr/>
        </p:nvCxnSpPr>
        <p:spPr>
          <a:xfrm>
            <a:off x="5502593" y="1956817"/>
            <a:ext cx="0" cy="54182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3" name="Straight Connector 442">
            <a:extLst>
              <a:ext uri="{FF2B5EF4-FFF2-40B4-BE49-F238E27FC236}">
                <a16:creationId xmlns:a16="http://schemas.microsoft.com/office/drawing/2014/main" id="{5C1A35E1-6779-877B-39A1-6C4FC365B464}"/>
              </a:ext>
            </a:extLst>
          </p:cNvPr>
          <p:cNvCxnSpPr>
            <a:endCxn id="22" idx="4"/>
          </p:cNvCxnSpPr>
          <p:nvPr/>
        </p:nvCxnSpPr>
        <p:spPr>
          <a:xfrm>
            <a:off x="5502593" y="2487841"/>
            <a:ext cx="200580" cy="108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5" name="Straight Connector 444">
            <a:extLst>
              <a:ext uri="{FF2B5EF4-FFF2-40B4-BE49-F238E27FC236}">
                <a16:creationId xmlns:a16="http://schemas.microsoft.com/office/drawing/2014/main" id="{3A89B7DD-AED2-6AFF-4CA5-EEE805F628F1}"/>
              </a:ext>
            </a:extLst>
          </p:cNvPr>
          <p:cNvCxnSpPr>
            <a:stCxn id="206" idx="6"/>
          </p:cNvCxnSpPr>
          <p:nvPr/>
        </p:nvCxnSpPr>
        <p:spPr>
          <a:xfrm>
            <a:off x="5280295" y="1988384"/>
            <a:ext cx="173531" cy="50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7" name="Straight Connector 446">
            <a:extLst>
              <a:ext uri="{FF2B5EF4-FFF2-40B4-BE49-F238E27FC236}">
                <a16:creationId xmlns:a16="http://schemas.microsoft.com/office/drawing/2014/main" id="{F649B460-C93B-0BE3-7542-36889262D550}"/>
              </a:ext>
            </a:extLst>
          </p:cNvPr>
          <p:cNvCxnSpPr/>
          <p:nvPr/>
        </p:nvCxnSpPr>
        <p:spPr>
          <a:xfrm>
            <a:off x="5453825" y="2011680"/>
            <a:ext cx="0" cy="67056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9" name="Straight Connector 448">
            <a:extLst>
              <a:ext uri="{FF2B5EF4-FFF2-40B4-BE49-F238E27FC236}">
                <a16:creationId xmlns:a16="http://schemas.microsoft.com/office/drawing/2014/main" id="{F9E135AA-14BF-7585-14B2-7BF97FF39136}"/>
              </a:ext>
            </a:extLst>
          </p:cNvPr>
          <p:cNvCxnSpPr/>
          <p:nvPr/>
        </p:nvCxnSpPr>
        <p:spPr>
          <a:xfrm>
            <a:off x="5453825" y="2712720"/>
            <a:ext cx="35104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1" name="Straight Connector 450">
            <a:extLst>
              <a:ext uri="{FF2B5EF4-FFF2-40B4-BE49-F238E27FC236}">
                <a16:creationId xmlns:a16="http://schemas.microsoft.com/office/drawing/2014/main" id="{916F0CAE-6E44-A4FC-916E-F763F72CB867}"/>
              </a:ext>
            </a:extLst>
          </p:cNvPr>
          <p:cNvCxnSpPr>
            <a:endCxn id="23" idx="4"/>
          </p:cNvCxnSpPr>
          <p:nvPr/>
        </p:nvCxnSpPr>
        <p:spPr>
          <a:xfrm flipH="1" flipV="1">
            <a:off x="5794073" y="2498642"/>
            <a:ext cx="10800" cy="23236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3" name="Straight Connector 452">
            <a:extLst>
              <a:ext uri="{FF2B5EF4-FFF2-40B4-BE49-F238E27FC236}">
                <a16:creationId xmlns:a16="http://schemas.microsoft.com/office/drawing/2014/main" id="{56FC52B1-4668-8185-A698-086CEA5440DB}"/>
              </a:ext>
            </a:extLst>
          </p:cNvPr>
          <p:cNvCxnSpPr>
            <a:stCxn id="208" idx="6"/>
          </p:cNvCxnSpPr>
          <p:nvPr/>
        </p:nvCxnSpPr>
        <p:spPr>
          <a:xfrm>
            <a:off x="5280295" y="2079824"/>
            <a:ext cx="105459" cy="297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5" name="Straight Connector 454">
            <a:extLst>
              <a:ext uri="{FF2B5EF4-FFF2-40B4-BE49-F238E27FC236}">
                <a16:creationId xmlns:a16="http://schemas.microsoft.com/office/drawing/2014/main" id="{3849B0AD-2E6C-4C28-9ACB-FB8019B78CC0}"/>
              </a:ext>
            </a:extLst>
          </p:cNvPr>
          <p:cNvCxnSpPr/>
          <p:nvPr/>
        </p:nvCxnSpPr>
        <p:spPr>
          <a:xfrm>
            <a:off x="5385753" y="2098040"/>
            <a:ext cx="0" cy="9398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7" name="Straight Connector 456">
            <a:extLst>
              <a:ext uri="{FF2B5EF4-FFF2-40B4-BE49-F238E27FC236}">
                <a16:creationId xmlns:a16="http://schemas.microsoft.com/office/drawing/2014/main" id="{DC0D73A8-0E46-ECBA-D542-9DB09CC63235}"/>
              </a:ext>
            </a:extLst>
          </p:cNvPr>
          <p:cNvCxnSpPr>
            <a:endCxn id="123" idx="2"/>
          </p:cNvCxnSpPr>
          <p:nvPr/>
        </p:nvCxnSpPr>
        <p:spPr>
          <a:xfrm>
            <a:off x="5400993" y="3037841"/>
            <a:ext cx="1387100" cy="50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9" name="Straight Connector 458">
            <a:extLst>
              <a:ext uri="{FF2B5EF4-FFF2-40B4-BE49-F238E27FC236}">
                <a16:creationId xmlns:a16="http://schemas.microsoft.com/office/drawing/2014/main" id="{FEEE4BAF-6C90-8DEE-583A-97D1102F954C}"/>
              </a:ext>
            </a:extLst>
          </p:cNvPr>
          <p:cNvCxnSpPr>
            <a:stCxn id="210" idx="5"/>
          </p:cNvCxnSpPr>
          <p:nvPr/>
        </p:nvCxnSpPr>
        <p:spPr>
          <a:xfrm>
            <a:off x="5275023" y="2183992"/>
            <a:ext cx="59931" cy="4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03089F51-613A-6C39-CE65-21270A98D877}"/>
              </a:ext>
            </a:extLst>
          </p:cNvPr>
          <p:cNvCxnSpPr>
            <a:cxnSpLocks/>
          </p:cNvCxnSpPr>
          <p:nvPr/>
        </p:nvCxnSpPr>
        <p:spPr>
          <a:xfrm>
            <a:off x="5329873" y="2194560"/>
            <a:ext cx="0" cy="9855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5" name="Straight Connector 464">
            <a:extLst>
              <a:ext uri="{FF2B5EF4-FFF2-40B4-BE49-F238E27FC236}">
                <a16:creationId xmlns:a16="http://schemas.microsoft.com/office/drawing/2014/main" id="{C8D2CAE6-415D-A7B4-E1BB-FCBE1EADC6F6}"/>
              </a:ext>
            </a:extLst>
          </p:cNvPr>
          <p:cNvCxnSpPr>
            <a:cxnSpLocks/>
          </p:cNvCxnSpPr>
          <p:nvPr/>
        </p:nvCxnSpPr>
        <p:spPr>
          <a:xfrm>
            <a:off x="5353653" y="3195320"/>
            <a:ext cx="15307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7" name="Straight Connector 466">
            <a:extLst>
              <a:ext uri="{FF2B5EF4-FFF2-40B4-BE49-F238E27FC236}">
                <a16:creationId xmlns:a16="http://schemas.microsoft.com/office/drawing/2014/main" id="{E4943482-5288-196C-3830-8E6EEEBA17CE}"/>
              </a:ext>
            </a:extLst>
          </p:cNvPr>
          <p:cNvCxnSpPr>
            <a:cxnSpLocks/>
          </p:cNvCxnSpPr>
          <p:nvPr/>
        </p:nvCxnSpPr>
        <p:spPr>
          <a:xfrm flipV="1">
            <a:off x="6889793" y="3048562"/>
            <a:ext cx="0" cy="15183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71" name="Plus Sign 470">
            <a:extLst>
              <a:ext uri="{FF2B5EF4-FFF2-40B4-BE49-F238E27FC236}">
                <a16:creationId xmlns:a16="http://schemas.microsoft.com/office/drawing/2014/main" id="{CDA3C090-AF25-82A8-CD40-D608C18A4FFE}"/>
              </a:ext>
            </a:extLst>
          </p:cNvPr>
          <p:cNvSpPr/>
          <p:nvPr/>
        </p:nvSpPr>
        <p:spPr>
          <a:xfrm>
            <a:off x="5917082" y="2079286"/>
            <a:ext cx="123942" cy="155430"/>
          </a:xfrm>
          <a:prstGeom prst="mathPlus">
            <a:avLst/>
          </a:prstGeom>
          <a:solidFill>
            <a:srgbClr val="00B0F0"/>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2" name="Plus Sign 471">
            <a:extLst>
              <a:ext uri="{FF2B5EF4-FFF2-40B4-BE49-F238E27FC236}">
                <a16:creationId xmlns:a16="http://schemas.microsoft.com/office/drawing/2014/main" id="{0F3AB358-64B2-4F0F-DD04-B9FBA106DAF5}"/>
              </a:ext>
            </a:extLst>
          </p:cNvPr>
          <p:cNvSpPr/>
          <p:nvPr/>
        </p:nvSpPr>
        <p:spPr>
          <a:xfrm>
            <a:off x="7006742" y="2612761"/>
            <a:ext cx="123942" cy="155430"/>
          </a:xfrm>
          <a:prstGeom prst="mathPlus">
            <a:avLst/>
          </a:prstGeom>
          <a:solidFill>
            <a:srgbClr val="00B0F0"/>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3" name="Plus Sign 472">
            <a:extLst>
              <a:ext uri="{FF2B5EF4-FFF2-40B4-BE49-F238E27FC236}">
                <a16:creationId xmlns:a16="http://schemas.microsoft.com/office/drawing/2014/main" id="{17CA8F1A-E68D-8C4D-870F-5BE5C0C7E3F5}"/>
              </a:ext>
            </a:extLst>
          </p:cNvPr>
          <p:cNvSpPr/>
          <p:nvPr/>
        </p:nvSpPr>
        <p:spPr>
          <a:xfrm>
            <a:off x="7021982" y="1529161"/>
            <a:ext cx="123942" cy="155430"/>
          </a:xfrm>
          <a:prstGeom prst="mathPlus">
            <a:avLst/>
          </a:prstGeom>
          <a:solidFill>
            <a:srgbClr val="00B0F0"/>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4" name="Plus Sign 473">
            <a:extLst>
              <a:ext uri="{FF2B5EF4-FFF2-40B4-BE49-F238E27FC236}">
                <a16:creationId xmlns:a16="http://schemas.microsoft.com/office/drawing/2014/main" id="{A67DE6CE-2799-57E0-1FE4-926356905251}"/>
              </a:ext>
            </a:extLst>
          </p:cNvPr>
          <p:cNvSpPr/>
          <p:nvPr/>
        </p:nvSpPr>
        <p:spPr>
          <a:xfrm>
            <a:off x="5901971" y="1051441"/>
            <a:ext cx="123942" cy="155430"/>
          </a:xfrm>
          <a:prstGeom prst="mathPlus">
            <a:avLst/>
          </a:prstGeom>
          <a:solidFill>
            <a:srgbClr val="00B0F0"/>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5" name="Minus Sign 474">
            <a:extLst>
              <a:ext uri="{FF2B5EF4-FFF2-40B4-BE49-F238E27FC236}">
                <a16:creationId xmlns:a16="http://schemas.microsoft.com/office/drawing/2014/main" id="{2E2DAAA9-FA07-4875-8BE4-2023B16666A9}"/>
              </a:ext>
            </a:extLst>
          </p:cNvPr>
          <p:cNvSpPr/>
          <p:nvPr/>
        </p:nvSpPr>
        <p:spPr>
          <a:xfrm>
            <a:off x="5895773" y="2631121"/>
            <a:ext cx="183600" cy="113760"/>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6" name="Minus Sign 475">
            <a:extLst>
              <a:ext uri="{FF2B5EF4-FFF2-40B4-BE49-F238E27FC236}">
                <a16:creationId xmlns:a16="http://schemas.microsoft.com/office/drawing/2014/main" id="{B3572000-0032-45DE-228D-CA93664A7CAC}"/>
              </a:ext>
            </a:extLst>
          </p:cNvPr>
          <p:cNvSpPr/>
          <p:nvPr/>
        </p:nvSpPr>
        <p:spPr>
          <a:xfrm>
            <a:off x="6970193" y="3156901"/>
            <a:ext cx="183600" cy="113760"/>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7" name="Minus Sign 476">
            <a:extLst>
              <a:ext uri="{FF2B5EF4-FFF2-40B4-BE49-F238E27FC236}">
                <a16:creationId xmlns:a16="http://schemas.microsoft.com/office/drawing/2014/main" id="{FF4D2CCB-C0B0-EA5A-0461-BCD4DB4B493E}"/>
              </a:ext>
            </a:extLst>
          </p:cNvPr>
          <p:cNvSpPr/>
          <p:nvPr/>
        </p:nvSpPr>
        <p:spPr>
          <a:xfrm>
            <a:off x="6985433" y="2135401"/>
            <a:ext cx="183600" cy="113760"/>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8" name="Minus Sign 477">
            <a:extLst>
              <a:ext uri="{FF2B5EF4-FFF2-40B4-BE49-F238E27FC236}">
                <a16:creationId xmlns:a16="http://schemas.microsoft.com/office/drawing/2014/main" id="{CBBFDF62-5659-A3B3-F849-BCA45CFA16F1}"/>
              </a:ext>
            </a:extLst>
          </p:cNvPr>
          <p:cNvSpPr/>
          <p:nvPr/>
        </p:nvSpPr>
        <p:spPr>
          <a:xfrm>
            <a:off x="5874173" y="1529341"/>
            <a:ext cx="183600" cy="113760"/>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480" name="Straight Connector 479">
            <a:extLst>
              <a:ext uri="{FF2B5EF4-FFF2-40B4-BE49-F238E27FC236}">
                <a16:creationId xmlns:a16="http://schemas.microsoft.com/office/drawing/2014/main" id="{FE6D3BA0-C7F1-EEEF-FD4E-78C38A00BF77}"/>
              </a:ext>
            </a:extLst>
          </p:cNvPr>
          <p:cNvCxnSpPr>
            <a:stCxn id="10" idx="0"/>
          </p:cNvCxnSpPr>
          <p:nvPr/>
        </p:nvCxnSpPr>
        <p:spPr>
          <a:xfrm>
            <a:off x="6343973" y="1279681"/>
            <a:ext cx="64604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2" name="Straight Connector 481">
            <a:extLst>
              <a:ext uri="{FF2B5EF4-FFF2-40B4-BE49-F238E27FC236}">
                <a16:creationId xmlns:a16="http://schemas.microsoft.com/office/drawing/2014/main" id="{AE98B6DC-D729-471B-B69F-08F3F0DF3306}"/>
              </a:ext>
            </a:extLst>
          </p:cNvPr>
          <p:cNvCxnSpPr>
            <a:stCxn id="15" idx="5"/>
          </p:cNvCxnSpPr>
          <p:nvPr/>
        </p:nvCxnSpPr>
        <p:spPr>
          <a:xfrm>
            <a:off x="6351611" y="1411879"/>
            <a:ext cx="644503" cy="316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4" name="Straight Connector 483">
            <a:extLst>
              <a:ext uri="{FF2B5EF4-FFF2-40B4-BE49-F238E27FC236}">
                <a16:creationId xmlns:a16="http://schemas.microsoft.com/office/drawing/2014/main" id="{50606293-5D68-2769-D4DD-6EAB791FC7B1}"/>
              </a:ext>
            </a:extLst>
          </p:cNvPr>
          <p:cNvCxnSpPr/>
          <p:nvPr/>
        </p:nvCxnSpPr>
        <p:spPr>
          <a:xfrm flipV="1">
            <a:off x="6996113" y="1279681"/>
            <a:ext cx="0" cy="13536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5" name="Straight Connector 484">
            <a:extLst>
              <a:ext uri="{FF2B5EF4-FFF2-40B4-BE49-F238E27FC236}">
                <a16:creationId xmlns:a16="http://schemas.microsoft.com/office/drawing/2014/main" id="{E2E886D4-5C59-146E-E8F0-F60E4EA22EC4}"/>
              </a:ext>
            </a:extLst>
          </p:cNvPr>
          <p:cNvCxnSpPr/>
          <p:nvPr/>
        </p:nvCxnSpPr>
        <p:spPr>
          <a:xfrm>
            <a:off x="7416869" y="1822225"/>
            <a:ext cx="64604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6" name="Straight Connector 485">
            <a:extLst>
              <a:ext uri="{FF2B5EF4-FFF2-40B4-BE49-F238E27FC236}">
                <a16:creationId xmlns:a16="http://schemas.microsoft.com/office/drawing/2014/main" id="{DC1E0475-4437-85D8-3328-5FDC6C239A19}"/>
              </a:ext>
            </a:extLst>
          </p:cNvPr>
          <p:cNvCxnSpPr/>
          <p:nvPr/>
        </p:nvCxnSpPr>
        <p:spPr>
          <a:xfrm>
            <a:off x="7424507" y="1954423"/>
            <a:ext cx="644503" cy="316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7" name="Straight Connector 486">
            <a:extLst>
              <a:ext uri="{FF2B5EF4-FFF2-40B4-BE49-F238E27FC236}">
                <a16:creationId xmlns:a16="http://schemas.microsoft.com/office/drawing/2014/main" id="{C9F4ABC4-861D-FA2A-AF3A-D64D9F0AAA14}"/>
              </a:ext>
            </a:extLst>
          </p:cNvPr>
          <p:cNvCxnSpPr/>
          <p:nvPr/>
        </p:nvCxnSpPr>
        <p:spPr>
          <a:xfrm flipV="1">
            <a:off x="8069009" y="1822225"/>
            <a:ext cx="0" cy="13536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8" name="Straight Connector 487">
            <a:extLst>
              <a:ext uri="{FF2B5EF4-FFF2-40B4-BE49-F238E27FC236}">
                <a16:creationId xmlns:a16="http://schemas.microsoft.com/office/drawing/2014/main" id="{58FB293F-E4CB-D7A9-E389-0F22C47B0B6B}"/>
              </a:ext>
            </a:extLst>
          </p:cNvPr>
          <p:cNvCxnSpPr/>
          <p:nvPr/>
        </p:nvCxnSpPr>
        <p:spPr>
          <a:xfrm>
            <a:off x="6325536" y="2361879"/>
            <a:ext cx="64604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9" name="Straight Connector 488">
            <a:extLst>
              <a:ext uri="{FF2B5EF4-FFF2-40B4-BE49-F238E27FC236}">
                <a16:creationId xmlns:a16="http://schemas.microsoft.com/office/drawing/2014/main" id="{90D3B59A-DCAD-BFB0-7586-09C1525D6811}"/>
              </a:ext>
            </a:extLst>
          </p:cNvPr>
          <p:cNvCxnSpPr/>
          <p:nvPr/>
        </p:nvCxnSpPr>
        <p:spPr>
          <a:xfrm>
            <a:off x="6333174" y="2494077"/>
            <a:ext cx="644503" cy="316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0" name="Straight Connector 489">
            <a:extLst>
              <a:ext uri="{FF2B5EF4-FFF2-40B4-BE49-F238E27FC236}">
                <a16:creationId xmlns:a16="http://schemas.microsoft.com/office/drawing/2014/main" id="{3E314565-EF79-795A-E9AF-345C540F5B7A}"/>
              </a:ext>
            </a:extLst>
          </p:cNvPr>
          <p:cNvCxnSpPr/>
          <p:nvPr/>
        </p:nvCxnSpPr>
        <p:spPr>
          <a:xfrm flipV="1">
            <a:off x="6977676" y="2361879"/>
            <a:ext cx="0" cy="13536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1" name="Straight Connector 490">
            <a:extLst>
              <a:ext uri="{FF2B5EF4-FFF2-40B4-BE49-F238E27FC236}">
                <a16:creationId xmlns:a16="http://schemas.microsoft.com/office/drawing/2014/main" id="{A0993F3B-5E04-9768-56FD-6DF0ED7A672A}"/>
              </a:ext>
            </a:extLst>
          </p:cNvPr>
          <p:cNvCxnSpPr/>
          <p:nvPr/>
        </p:nvCxnSpPr>
        <p:spPr>
          <a:xfrm>
            <a:off x="7410773" y="2913409"/>
            <a:ext cx="64604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2" name="Straight Connector 491">
            <a:extLst>
              <a:ext uri="{FF2B5EF4-FFF2-40B4-BE49-F238E27FC236}">
                <a16:creationId xmlns:a16="http://schemas.microsoft.com/office/drawing/2014/main" id="{F1F5F2E6-E595-7544-BF79-C388A530901B}"/>
              </a:ext>
            </a:extLst>
          </p:cNvPr>
          <p:cNvCxnSpPr/>
          <p:nvPr/>
        </p:nvCxnSpPr>
        <p:spPr>
          <a:xfrm>
            <a:off x="7418411" y="3045607"/>
            <a:ext cx="644503" cy="316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3" name="Straight Connector 492">
            <a:extLst>
              <a:ext uri="{FF2B5EF4-FFF2-40B4-BE49-F238E27FC236}">
                <a16:creationId xmlns:a16="http://schemas.microsoft.com/office/drawing/2014/main" id="{2B8B6DEF-C25E-0445-E70A-0DA2665C15B8}"/>
              </a:ext>
            </a:extLst>
          </p:cNvPr>
          <p:cNvCxnSpPr/>
          <p:nvPr/>
        </p:nvCxnSpPr>
        <p:spPr>
          <a:xfrm flipV="1">
            <a:off x="8062913" y="2913409"/>
            <a:ext cx="0" cy="13536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5" name="Straight Connector 494">
            <a:extLst>
              <a:ext uri="{FF2B5EF4-FFF2-40B4-BE49-F238E27FC236}">
                <a16:creationId xmlns:a16="http://schemas.microsoft.com/office/drawing/2014/main" id="{196DF3BB-8F78-1AB1-128D-844EAC29A71D}"/>
              </a:ext>
            </a:extLst>
          </p:cNvPr>
          <p:cNvCxnSpPr>
            <a:stCxn id="9" idx="1"/>
          </p:cNvCxnSpPr>
          <p:nvPr/>
        </p:nvCxnSpPr>
        <p:spPr>
          <a:xfrm flipH="1" flipV="1">
            <a:off x="6149574" y="1121664"/>
            <a:ext cx="3163" cy="16118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7" name="Straight Connector 496">
            <a:extLst>
              <a:ext uri="{FF2B5EF4-FFF2-40B4-BE49-F238E27FC236}">
                <a16:creationId xmlns:a16="http://schemas.microsoft.com/office/drawing/2014/main" id="{151C8E12-6A4B-5511-F6C0-D29774639323}"/>
              </a:ext>
            </a:extLst>
          </p:cNvPr>
          <p:cNvCxnSpPr/>
          <p:nvPr/>
        </p:nvCxnSpPr>
        <p:spPr>
          <a:xfrm>
            <a:off x="6141053" y="1121664"/>
            <a:ext cx="1659732"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9" name="Straight Connector 498">
            <a:extLst>
              <a:ext uri="{FF2B5EF4-FFF2-40B4-BE49-F238E27FC236}">
                <a16:creationId xmlns:a16="http://schemas.microsoft.com/office/drawing/2014/main" id="{2550D839-B053-40E3-7633-674DEC8E2C46}"/>
              </a:ext>
            </a:extLst>
          </p:cNvPr>
          <p:cNvCxnSpPr>
            <a:stCxn id="14" idx="4"/>
          </p:cNvCxnSpPr>
          <p:nvPr/>
        </p:nvCxnSpPr>
        <p:spPr>
          <a:xfrm>
            <a:off x="6160373" y="1415042"/>
            <a:ext cx="2280" cy="16382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1" name="Straight Connector 500">
            <a:extLst>
              <a:ext uri="{FF2B5EF4-FFF2-40B4-BE49-F238E27FC236}">
                <a16:creationId xmlns:a16="http://schemas.microsoft.com/office/drawing/2014/main" id="{5F654627-B498-8F05-92F0-EF7097D7FC7A}"/>
              </a:ext>
            </a:extLst>
          </p:cNvPr>
          <p:cNvCxnSpPr/>
          <p:nvPr/>
        </p:nvCxnSpPr>
        <p:spPr>
          <a:xfrm flipV="1">
            <a:off x="6171173" y="1393442"/>
            <a:ext cx="1635708" cy="2037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3" name="Straight Connector 502">
            <a:extLst>
              <a:ext uri="{FF2B5EF4-FFF2-40B4-BE49-F238E27FC236}">
                <a16:creationId xmlns:a16="http://schemas.microsoft.com/office/drawing/2014/main" id="{A3A66560-DC25-4F4E-EE93-7AC8850A8501}"/>
              </a:ext>
            </a:extLst>
          </p:cNvPr>
          <p:cNvCxnSpPr>
            <a:cxnSpLocks/>
          </p:cNvCxnSpPr>
          <p:nvPr/>
        </p:nvCxnSpPr>
        <p:spPr>
          <a:xfrm>
            <a:off x="7806881" y="1103377"/>
            <a:ext cx="0" cy="29006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5" name="Straight Connector 504">
            <a:extLst>
              <a:ext uri="{FF2B5EF4-FFF2-40B4-BE49-F238E27FC236}">
                <a16:creationId xmlns:a16="http://schemas.microsoft.com/office/drawing/2014/main" id="{E1849149-8E5D-BDCE-D988-8439E3A48C89}"/>
              </a:ext>
            </a:extLst>
          </p:cNvPr>
          <p:cNvCxnSpPr>
            <a:cxnSpLocks/>
          </p:cNvCxnSpPr>
          <p:nvPr/>
        </p:nvCxnSpPr>
        <p:spPr>
          <a:xfrm>
            <a:off x="6171173" y="2174784"/>
            <a:ext cx="1617420" cy="1356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6" name="Straight Connector 505">
            <a:extLst>
              <a:ext uri="{FF2B5EF4-FFF2-40B4-BE49-F238E27FC236}">
                <a16:creationId xmlns:a16="http://schemas.microsoft.com/office/drawing/2014/main" id="{B6DA2BC5-674C-B88D-4D44-6AFFCCAEF8CC}"/>
              </a:ext>
            </a:extLst>
          </p:cNvPr>
          <p:cNvCxnSpPr/>
          <p:nvPr/>
        </p:nvCxnSpPr>
        <p:spPr>
          <a:xfrm>
            <a:off x="6151853" y="2498642"/>
            <a:ext cx="2280" cy="16382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7" name="Straight Connector 506">
            <a:extLst>
              <a:ext uri="{FF2B5EF4-FFF2-40B4-BE49-F238E27FC236}">
                <a16:creationId xmlns:a16="http://schemas.microsoft.com/office/drawing/2014/main" id="{26327ED2-B4FC-A2EA-A737-307B305A3799}"/>
              </a:ext>
            </a:extLst>
          </p:cNvPr>
          <p:cNvCxnSpPr/>
          <p:nvPr/>
        </p:nvCxnSpPr>
        <p:spPr>
          <a:xfrm flipV="1">
            <a:off x="6162653" y="2477042"/>
            <a:ext cx="1635708" cy="2037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8" name="Straight Connector 507">
            <a:extLst>
              <a:ext uri="{FF2B5EF4-FFF2-40B4-BE49-F238E27FC236}">
                <a16:creationId xmlns:a16="http://schemas.microsoft.com/office/drawing/2014/main" id="{46EB2E6A-6404-C2A3-E502-F69181476268}"/>
              </a:ext>
            </a:extLst>
          </p:cNvPr>
          <p:cNvCxnSpPr>
            <a:cxnSpLocks/>
          </p:cNvCxnSpPr>
          <p:nvPr/>
        </p:nvCxnSpPr>
        <p:spPr>
          <a:xfrm>
            <a:off x="7798361" y="2316481"/>
            <a:ext cx="0" cy="16056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0" name="Straight Connector 509">
            <a:extLst>
              <a:ext uri="{FF2B5EF4-FFF2-40B4-BE49-F238E27FC236}">
                <a16:creationId xmlns:a16="http://schemas.microsoft.com/office/drawing/2014/main" id="{8E7CFD5E-9BF8-90F3-6BAD-980089410C10}"/>
              </a:ext>
            </a:extLst>
          </p:cNvPr>
          <p:cNvCxnSpPr>
            <a:cxnSpLocks/>
          </p:cNvCxnSpPr>
          <p:nvPr/>
        </p:nvCxnSpPr>
        <p:spPr>
          <a:xfrm>
            <a:off x="6148481" y="2178781"/>
            <a:ext cx="0" cy="2061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4" name="Straight Connector 513">
            <a:extLst>
              <a:ext uri="{FF2B5EF4-FFF2-40B4-BE49-F238E27FC236}">
                <a16:creationId xmlns:a16="http://schemas.microsoft.com/office/drawing/2014/main" id="{361A74B5-6394-EEC7-7B2C-D3D2BDF99401}"/>
              </a:ext>
            </a:extLst>
          </p:cNvPr>
          <p:cNvCxnSpPr>
            <a:cxnSpLocks/>
          </p:cNvCxnSpPr>
          <p:nvPr/>
        </p:nvCxnSpPr>
        <p:spPr>
          <a:xfrm>
            <a:off x="7262357" y="1638336"/>
            <a:ext cx="1617420" cy="1356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5" name="Straight Connector 514">
            <a:extLst>
              <a:ext uri="{FF2B5EF4-FFF2-40B4-BE49-F238E27FC236}">
                <a16:creationId xmlns:a16="http://schemas.microsoft.com/office/drawing/2014/main" id="{C3B71096-6068-3EB5-832B-E8309C7F0B24}"/>
              </a:ext>
            </a:extLst>
          </p:cNvPr>
          <p:cNvCxnSpPr/>
          <p:nvPr/>
        </p:nvCxnSpPr>
        <p:spPr>
          <a:xfrm>
            <a:off x="7243037" y="1962194"/>
            <a:ext cx="2280" cy="16382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6" name="Straight Connector 515">
            <a:extLst>
              <a:ext uri="{FF2B5EF4-FFF2-40B4-BE49-F238E27FC236}">
                <a16:creationId xmlns:a16="http://schemas.microsoft.com/office/drawing/2014/main" id="{6DC78BD4-EF68-FA68-547B-ECE3F4C5C3BA}"/>
              </a:ext>
            </a:extLst>
          </p:cNvPr>
          <p:cNvCxnSpPr/>
          <p:nvPr/>
        </p:nvCxnSpPr>
        <p:spPr>
          <a:xfrm flipV="1">
            <a:off x="7253837" y="1940594"/>
            <a:ext cx="1635708" cy="2037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7" name="Straight Connector 516">
            <a:extLst>
              <a:ext uri="{FF2B5EF4-FFF2-40B4-BE49-F238E27FC236}">
                <a16:creationId xmlns:a16="http://schemas.microsoft.com/office/drawing/2014/main" id="{7F0ADA17-4136-2FC6-938E-2E0E4033F5DB}"/>
              </a:ext>
            </a:extLst>
          </p:cNvPr>
          <p:cNvCxnSpPr>
            <a:cxnSpLocks/>
          </p:cNvCxnSpPr>
          <p:nvPr/>
        </p:nvCxnSpPr>
        <p:spPr>
          <a:xfrm>
            <a:off x="8889545" y="1780033"/>
            <a:ext cx="0" cy="16056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8" name="Straight Connector 517">
            <a:extLst>
              <a:ext uri="{FF2B5EF4-FFF2-40B4-BE49-F238E27FC236}">
                <a16:creationId xmlns:a16="http://schemas.microsoft.com/office/drawing/2014/main" id="{5925C8F2-6CEA-EBBC-001D-4FD5084344EE}"/>
              </a:ext>
            </a:extLst>
          </p:cNvPr>
          <p:cNvCxnSpPr>
            <a:cxnSpLocks/>
          </p:cNvCxnSpPr>
          <p:nvPr/>
        </p:nvCxnSpPr>
        <p:spPr>
          <a:xfrm>
            <a:off x="7239665" y="1642333"/>
            <a:ext cx="0" cy="2061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9" name="Straight Connector 518">
            <a:extLst>
              <a:ext uri="{FF2B5EF4-FFF2-40B4-BE49-F238E27FC236}">
                <a16:creationId xmlns:a16="http://schemas.microsoft.com/office/drawing/2014/main" id="{568456E2-2232-D4AC-8311-A1CE308257FF}"/>
              </a:ext>
            </a:extLst>
          </p:cNvPr>
          <p:cNvCxnSpPr>
            <a:cxnSpLocks/>
          </p:cNvCxnSpPr>
          <p:nvPr/>
        </p:nvCxnSpPr>
        <p:spPr>
          <a:xfrm>
            <a:off x="7268453" y="2723424"/>
            <a:ext cx="1617420" cy="1356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0" name="Straight Connector 519">
            <a:extLst>
              <a:ext uri="{FF2B5EF4-FFF2-40B4-BE49-F238E27FC236}">
                <a16:creationId xmlns:a16="http://schemas.microsoft.com/office/drawing/2014/main" id="{45657B08-33A4-58C6-FDA8-04700538A9FE}"/>
              </a:ext>
            </a:extLst>
          </p:cNvPr>
          <p:cNvCxnSpPr/>
          <p:nvPr/>
        </p:nvCxnSpPr>
        <p:spPr>
          <a:xfrm>
            <a:off x="7249133" y="3047282"/>
            <a:ext cx="2280" cy="16382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1" name="Straight Connector 520">
            <a:extLst>
              <a:ext uri="{FF2B5EF4-FFF2-40B4-BE49-F238E27FC236}">
                <a16:creationId xmlns:a16="http://schemas.microsoft.com/office/drawing/2014/main" id="{DF199848-1484-F7D8-AB86-BFAB9F2DCF39}"/>
              </a:ext>
            </a:extLst>
          </p:cNvPr>
          <p:cNvCxnSpPr/>
          <p:nvPr/>
        </p:nvCxnSpPr>
        <p:spPr>
          <a:xfrm flipV="1">
            <a:off x="7259933" y="3025682"/>
            <a:ext cx="1635708" cy="2037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2" name="Straight Connector 521">
            <a:extLst>
              <a:ext uri="{FF2B5EF4-FFF2-40B4-BE49-F238E27FC236}">
                <a16:creationId xmlns:a16="http://schemas.microsoft.com/office/drawing/2014/main" id="{71317622-FCF8-A912-E328-55B7580F0216}"/>
              </a:ext>
            </a:extLst>
          </p:cNvPr>
          <p:cNvCxnSpPr>
            <a:cxnSpLocks/>
          </p:cNvCxnSpPr>
          <p:nvPr/>
        </p:nvCxnSpPr>
        <p:spPr>
          <a:xfrm>
            <a:off x="8895641" y="2865121"/>
            <a:ext cx="0" cy="16056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3" name="Straight Connector 522">
            <a:extLst>
              <a:ext uri="{FF2B5EF4-FFF2-40B4-BE49-F238E27FC236}">
                <a16:creationId xmlns:a16="http://schemas.microsoft.com/office/drawing/2014/main" id="{56977B05-44CD-903F-B50F-5AF1B83F8328}"/>
              </a:ext>
            </a:extLst>
          </p:cNvPr>
          <p:cNvCxnSpPr>
            <a:cxnSpLocks/>
          </p:cNvCxnSpPr>
          <p:nvPr/>
        </p:nvCxnSpPr>
        <p:spPr>
          <a:xfrm>
            <a:off x="7245761" y="2727421"/>
            <a:ext cx="0" cy="2061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24" name="TextBox 523">
            <a:extLst>
              <a:ext uri="{FF2B5EF4-FFF2-40B4-BE49-F238E27FC236}">
                <a16:creationId xmlns:a16="http://schemas.microsoft.com/office/drawing/2014/main" id="{2D680FAD-D26E-3558-11C8-2D3750A332F3}"/>
              </a:ext>
            </a:extLst>
          </p:cNvPr>
          <p:cNvSpPr txBox="1"/>
          <p:nvPr/>
        </p:nvSpPr>
        <p:spPr>
          <a:xfrm>
            <a:off x="7770305" y="1139525"/>
            <a:ext cx="548640" cy="253916"/>
          </a:xfrm>
          <a:prstGeom prst="rect">
            <a:avLst/>
          </a:prstGeom>
          <a:noFill/>
        </p:spPr>
        <p:txBody>
          <a:bodyPr wrap="square" rtlCol="0">
            <a:spAutoFit/>
          </a:bodyPr>
          <a:lstStyle/>
          <a:p>
            <a:r>
              <a:rPr lang="en-US" sz="1050" dirty="0"/>
              <a:t>OUT 1</a:t>
            </a:r>
            <a:endParaRPr lang="en-CA" sz="1050" dirty="0"/>
          </a:p>
        </p:txBody>
      </p:sp>
      <p:sp>
        <p:nvSpPr>
          <p:cNvPr id="525" name="TextBox 524">
            <a:extLst>
              <a:ext uri="{FF2B5EF4-FFF2-40B4-BE49-F238E27FC236}">
                <a16:creationId xmlns:a16="http://schemas.microsoft.com/office/drawing/2014/main" id="{3C818650-6092-7426-54EF-C21F173B9522}"/>
              </a:ext>
            </a:extLst>
          </p:cNvPr>
          <p:cNvSpPr txBox="1"/>
          <p:nvPr/>
        </p:nvSpPr>
        <p:spPr>
          <a:xfrm>
            <a:off x="6953441" y="1163523"/>
            <a:ext cx="548640" cy="253916"/>
          </a:xfrm>
          <a:prstGeom prst="rect">
            <a:avLst/>
          </a:prstGeom>
          <a:noFill/>
        </p:spPr>
        <p:txBody>
          <a:bodyPr wrap="square" rtlCol="0">
            <a:spAutoFit/>
          </a:bodyPr>
          <a:lstStyle/>
          <a:p>
            <a:r>
              <a:rPr lang="en-US" sz="1050" dirty="0"/>
              <a:t>OUT 2</a:t>
            </a:r>
            <a:endParaRPr lang="en-CA" sz="1050" dirty="0"/>
          </a:p>
        </p:txBody>
      </p:sp>
      <p:sp>
        <p:nvSpPr>
          <p:cNvPr id="526" name="TextBox 525">
            <a:extLst>
              <a:ext uri="{FF2B5EF4-FFF2-40B4-BE49-F238E27FC236}">
                <a16:creationId xmlns:a16="http://schemas.microsoft.com/office/drawing/2014/main" id="{80FAB2E8-EF0A-0F96-A13B-C61E359BD271}"/>
              </a:ext>
            </a:extLst>
          </p:cNvPr>
          <p:cNvSpPr txBox="1"/>
          <p:nvPr/>
        </p:nvSpPr>
        <p:spPr>
          <a:xfrm>
            <a:off x="8373809" y="1736933"/>
            <a:ext cx="548640" cy="253916"/>
          </a:xfrm>
          <a:prstGeom prst="rect">
            <a:avLst/>
          </a:prstGeom>
          <a:noFill/>
        </p:spPr>
        <p:txBody>
          <a:bodyPr wrap="square" rtlCol="0">
            <a:spAutoFit/>
          </a:bodyPr>
          <a:lstStyle/>
          <a:p>
            <a:r>
              <a:rPr lang="en-US" sz="1050" dirty="0"/>
              <a:t>OUT 1</a:t>
            </a:r>
            <a:endParaRPr lang="en-CA" sz="1050" dirty="0"/>
          </a:p>
        </p:txBody>
      </p:sp>
      <p:sp>
        <p:nvSpPr>
          <p:cNvPr id="527" name="TextBox 526">
            <a:extLst>
              <a:ext uri="{FF2B5EF4-FFF2-40B4-BE49-F238E27FC236}">
                <a16:creationId xmlns:a16="http://schemas.microsoft.com/office/drawing/2014/main" id="{08743E00-4647-3113-442A-6081B7411A19}"/>
              </a:ext>
            </a:extLst>
          </p:cNvPr>
          <p:cNvSpPr txBox="1"/>
          <p:nvPr/>
        </p:nvSpPr>
        <p:spPr>
          <a:xfrm>
            <a:off x="7739825" y="2257923"/>
            <a:ext cx="548640" cy="253916"/>
          </a:xfrm>
          <a:prstGeom prst="rect">
            <a:avLst/>
          </a:prstGeom>
          <a:noFill/>
        </p:spPr>
        <p:txBody>
          <a:bodyPr wrap="square" rtlCol="0">
            <a:spAutoFit/>
          </a:bodyPr>
          <a:lstStyle/>
          <a:p>
            <a:r>
              <a:rPr lang="en-US" sz="1050" dirty="0"/>
              <a:t>OUT 1</a:t>
            </a:r>
            <a:endParaRPr lang="en-CA" sz="1050" dirty="0"/>
          </a:p>
        </p:txBody>
      </p:sp>
      <p:sp>
        <p:nvSpPr>
          <p:cNvPr id="528" name="TextBox 527">
            <a:extLst>
              <a:ext uri="{FF2B5EF4-FFF2-40B4-BE49-F238E27FC236}">
                <a16:creationId xmlns:a16="http://schemas.microsoft.com/office/drawing/2014/main" id="{0E2B9DFE-478B-D63F-C4CC-14E1CB6181AD}"/>
              </a:ext>
            </a:extLst>
          </p:cNvPr>
          <p:cNvSpPr txBox="1"/>
          <p:nvPr/>
        </p:nvSpPr>
        <p:spPr>
          <a:xfrm>
            <a:off x="8379905" y="2828117"/>
            <a:ext cx="548640" cy="253916"/>
          </a:xfrm>
          <a:prstGeom prst="rect">
            <a:avLst/>
          </a:prstGeom>
          <a:noFill/>
        </p:spPr>
        <p:txBody>
          <a:bodyPr wrap="square" rtlCol="0">
            <a:spAutoFit/>
          </a:bodyPr>
          <a:lstStyle/>
          <a:p>
            <a:r>
              <a:rPr lang="en-US" sz="1050" dirty="0"/>
              <a:t>OUT 1</a:t>
            </a:r>
            <a:endParaRPr lang="en-CA" sz="1050" dirty="0"/>
          </a:p>
        </p:txBody>
      </p:sp>
      <p:sp>
        <p:nvSpPr>
          <p:cNvPr id="530" name="TextBox 529">
            <a:extLst>
              <a:ext uri="{FF2B5EF4-FFF2-40B4-BE49-F238E27FC236}">
                <a16:creationId xmlns:a16="http://schemas.microsoft.com/office/drawing/2014/main" id="{F02683B0-6FA7-20ED-5DB1-D5296D276226}"/>
              </a:ext>
            </a:extLst>
          </p:cNvPr>
          <p:cNvSpPr txBox="1"/>
          <p:nvPr/>
        </p:nvSpPr>
        <p:spPr>
          <a:xfrm>
            <a:off x="7502081" y="1767027"/>
            <a:ext cx="548640" cy="253916"/>
          </a:xfrm>
          <a:prstGeom prst="rect">
            <a:avLst/>
          </a:prstGeom>
          <a:noFill/>
        </p:spPr>
        <p:txBody>
          <a:bodyPr wrap="square" rtlCol="0">
            <a:spAutoFit/>
          </a:bodyPr>
          <a:lstStyle/>
          <a:p>
            <a:r>
              <a:rPr lang="en-US" sz="1050" dirty="0"/>
              <a:t>OUT 2</a:t>
            </a:r>
            <a:endParaRPr lang="en-CA" sz="1050" dirty="0"/>
          </a:p>
        </p:txBody>
      </p:sp>
      <p:sp>
        <p:nvSpPr>
          <p:cNvPr id="531" name="TextBox 530">
            <a:extLst>
              <a:ext uri="{FF2B5EF4-FFF2-40B4-BE49-F238E27FC236}">
                <a16:creationId xmlns:a16="http://schemas.microsoft.com/office/drawing/2014/main" id="{157FED07-8274-CA77-E130-48CC42B37731}"/>
              </a:ext>
            </a:extLst>
          </p:cNvPr>
          <p:cNvSpPr txBox="1"/>
          <p:nvPr/>
        </p:nvSpPr>
        <p:spPr>
          <a:xfrm>
            <a:off x="6922961" y="2304003"/>
            <a:ext cx="548640" cy="253916"/>
          </a:xfrm>
          <a:prstGeom prst="rect">
            <a:avLst/>
          </a:prstGeom>
          <a:noFill/>
        </p:spPr>
        <p:txBody>
          <a:bodyPr wrap="square" rtlCol="0">
            <a:spAutoFit/>
          </a:bodyPr>
          <a:lstStyle/>
          <a:p>
            <a:r>
              <a:rPr lang="en-US" sz="1050" dirty="0"/>
              <a:t>OUT 2</a:t>
            </a:r>
            <a:endParaRPr lang="en-CA" sz="1050" dirty="0"/>
          </a:p>
        </p:txBody>
      </p:sp>
      <p:sp>
        <p:nvSpPr>
          <p:cNvPr id="532" name="TextBox 531">
            <a:extLst>
              <a:ext uri="{FF2B5EF4-FFF2-40B4-BE49-F238E27FC236}">
                <a16:creationId xmlns:a16="http://schemas.microsoft.com/office/drawing/2014/main" id="{C3528EB7-19C3-A7C9-8347-2775992F9853}"/>
              </a:ext>
            </a:extLst>
          </p:cNvPr>
          <p:cNvSpPr txBox="1"/>
          <p:nvPr/>
        </p:nvSpPr>
        <p:spPr>
          <a:xfrm>
            <a:off x="7563041" y="2858211"/>
            <a:ext cx="548640" cy="253916"/>
          </a:xfrm>
          <a:prstGeom prst="rect">
            <a:avLst/>
          </a:prstGeom>
          <a:noFill/>
        </p:spPr>
        <p:txBody>
          <a:bodyPr wrap="square" rtlCol="0">
            <a:spAutoFit/>
          </a:bodyPr>
          <a:lstStyle/>
          <a:p>
            <a:r>
              <a:rPr lang="en-US" sz="1050" dirty="0"/>
              <a:t>OUT 2</a:t>
            </a:r>
            <a:endParaRPr lang="en-CA" sz="1050" dirty="0"/>
          </a:p>
        </p:txBody>
      </p:sp>
      <p:sp>
        <p:nvSpPr>
          <p:cNvPr id="533" name="TextBox 532">
            <a:extLst>
              <a:ext uri="{FF2B5EF4-FFF2-40B4-BE49-F238E27FC236}">
                <a16:creationId xmlns:a16="http://schemas.microsoft.com/office/drawing/2014/main" id="{590A885D-079E-0F90-1097-D8641C296CB6}"/>
              </a:ext>
            </a:extLst>
          </p:cNvPr>
          <p:cNvSpPr txBox="1"/>
          <p:nvPr/>
        </p:nvSpPr>
        <p:spPr>
          <a:xfrm>
            <a:off x="9160089" y="627602"/>
            <a:ext cx="3317420" cy="2862322"/>
          </a:xfrm>
          <a:prstGeom prst="rect">
            <a:avLst/>
          </a:prstGeom>
          <a:noFill/>
          <a:ln>
            <a:solidFill>
              <a:srgbClr val="000000"/>
            </a:solidFill>
          </a:ln>
        </p:spPr>
        <p:txBody>
          <a:bodyPr wrap="square" rtlCol="0">
            <a:spAutoFit/>
          </a:bodyPr>
          <a:lstStyle/>
          <a:p>
            <a:r>
              <a:rPr lang="en-US" dirty="0"/>
              <a:t>LEGEND:</a:t>
            </a:r>
          </a:p>
          <a:p>
            <a:r>
              <a:rPr lang="en-US" dirty="0"/>
              <a:t>Red line: Layer 1 (connections)</a:t>
            </a:r>
          </a:p>
          <a:p>
            <a:r>
              <a:rPr lang="en-US" dirty="0"/>
              <a:t>Black line: Layer 2: Power</a:t>
            </a:r>
          </a:p>
          <a:p>
            <a:r>
              <a:rPr lang="en-US" dirty="0"/>
              <a:t>+: Coil positive terminal</a:t>
            </a:r>
          </a:p>
          <a:p>
            <a:r>
              <a:rPr lang="en-US" dirty="0"/>
              <a:t>-: Coil negative terminal</a:t>
            </a:r>
          </a:p>
          <a:p>
            <a:r>
              <a:rPr lang="en-US" dirty="0"/>
              <a:t>Out1/2: Outputs to coils</a:t>
            </a:r>
          </a:p>
          <a:p>
            <a:r>
              <a:rPr lang="en-US" dirty="0"/>
              <a:t>Parts are to scale. </a:t>
            </a:r>
          </a:p>
          <a:p>
            <a:endParaRPr lang="en-US" dirty="0"/>
          </a:p>
          <a:p>
            <a:endParaRPr lang="en-US" dirty="0"/>
          </a:p>
          <a:p>
            <a:endParaRPr lang="en-CA" dirty="0"/>
          </a:p>
        </p:txBody>
      </p:sp>
    </p:spTree>
    <p:extLst>
      <p:ext uri="{BB962C8B-B14F-4D97-AF65-F5344CB8AC3E}">
        <p14:creationId xmlns:p14="http://schemas.microsoft.com/office/powerpoint/2010/main" val="3858659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A05A7-84A5-F4E9-FA21-FE796390335E}"/>
              </a:ext>
            </a:extLst>
          </p:cNvPr>
          <p:cNvSpPr>
            <a:spLocks noGrp="1"/>
          </p:cNvSpPr>
          <p:nvPr>
            <p:ph type="title"/>
          </p:nvPr>
        </p:nvSpPr>
        <p:spPr/>
        <p:txBody>
          <a:bodyPr/>
          <a:lstStyle/>
          <a:p>
            <a:r>
              <a:rPr lang="en-US" dirty="0"/>
              <a:t>Parts</a:t>
            </a:r>
            <a:endParaRPr lang="en-CA" dirty="0"/>
          </a:p>
        </p:txBody>
      </p:sp>
      <p:sp>
        <p:nvSpPr>
          <p:cNvPr id="3" name="Content Placeholder 2">
            <a:extLst>
              <a:ext uri="{FF2B5EF4-FFF2-40B4-BE49-F238E27FC236}">
                <a16:creationId xmlns:a16="http://schemas.microsoft.com/office/drawing/2014/main" id="{4CD5A98C-6A8E-E90A-CDF8-4C763EFA1368}"/>
              </a:ext>
            </a:extLst>
          </p:cNvPr>
          <p:cNvSpPr>
            <a:spLocks noGrp="1"/>
          </p:cNvSpPr>
          <p:nvPr>
            <p:ph idx="1"/>
          </p:nvPr>
        </p:nvSpPr>
        <p:spPr>
          <a:xfrm>
            <a:off x="985715" y="2310063"/>
            <a:ext cx="9314796" cy="6852350"/>
          </a:xfrm>
        </p:spPr>
        <p:txBody>
          <a:bodyPr/>
          <a:lstStyle/>
          <a:p>
            <a:r>
              <a:rPr lang="en-US" dirty="0"/>
              <a:t>DPDT GDAK: </a:t>
            </a:r>
          </a:p>
          <a:p>
            <a:r>
              <a:rPr lang="en-US" dirty="0"/>
              <a:t>ULN2803A:  </a:t>
            </a:r>
          </a:p>
          <a:p>
            <a:endParaRPr lang="en-US" dirty="0"/>
          </a:p>
          <a:p>
            <a:r>
              <a:rPr lang="en-US" dirty="0"/>
              <a:t>DC Jack RAPC 722x  </a:t>
            </a:r>
            <a:endParaRPr lang="en-CA" dirty="0"/>
          </a:p>
        </p:txBody>
      </p:sp>
      <p:sp>
        <p:nvSpPr>
          <p:cNvPr id="4" name="Rectangle 3">
            <a:extLst>
              <a:ext uri="{FF2B5EF4-FFF2-40B4-BE49-F238E27FC236}">
                <a16:creationId xmlns:a16="http://schemas.microsoft.com/office/drawing/2014/main" id="{F34CCEA9-DBF4-DC05-9192-4D23ED1F1919}"/>
              </a:ext>
            </a:extLst>
          </p:cNvPr>
          <p:cNvSpPr/>
          <p:nvPr/>
        </p:nvSpPr>
        <p:spPr>
          <a:xfrm>
            <a:off x="5108513" y="2480645"/>
            <a:ext cx="727200" cy="363600"/>
          </a:xfrm>
          <a:prstGeom prst="rect">
            <a:avLst/>
          </a:prstGeom>
          <a:noFill/>
          <a:ln w="9144">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4A5C1997-2C05-8749-C3E0-E5D095CF959F}"/>
              </a:ext>
            </a:extLst>
          </p:cNvPr>
          <p:cNvSpPr/>
          <p:nvPr/>
        </p:nvSpPr>
        <p:spPr>
          <a:xfrm>
            <a:off x="5136953" y="259476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F84E34A5-D2FE-3318-5BA8-9592B784A6DC}"/>
              </a:ext>
            </a:extLst>
          </p:cNvPr>
          <p:cNvSpPr/>
          <p:nvPr/>
        </p:nvSpPr>
        <p:spPr>
          <a:xfrm>
            <a:off x="5227853" y="259476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E0770C82-0EFC-ADD3-1003-721A4EFDA7BD}"/>
              </a:ext>
            </a:extLst>
          </p:cNvPr>
          <p:cNvSpPr/>
          <p:nvPr/>
        </p:nvSpPr>
        <p:spPr>
          <a:xfrm>
            <a:off x="5412458" y="259476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D9C097C5-8419-8FA4-52BD-4ACF4B5F9204}"/>
              </a:ext>
            </a:extLst>
          </p:cNvPr>
          <p:cNvSpPr/>
          <p:nvPr/>
        </p:nvSpPr>
        <p:spPr>
          <a:xfrm>
            <a:off x="5594153" y="259476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6C784BBF-01D7-9596-CBCF-94A63911DAD9}"/>
              </a:ext>
            </a:extLst>
          </p:cNvPr>
          <p:cNvSpPr/>
          <p:nvPr/>
        </p:nvSpPr>
        <p:spPr>
          <a:xfrm>
            <a:off x="5777753" y="259476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7740B6FF-8B2F-A985-144E-CF9FF6E03A46}"/>
              </a:ext>
            </a:extLst>
          </p:cNvPr>
          <p:cNvSpPr/>
          <p:nvPr/>
        </p:nvSpPr>
        <p:spPr>
          <a:xfrm>
            <a:off x="5136953" y="270852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2CFD370B-3C02-F9FB-A5AC-02BC41214C3B}"/>
              </a:ext>
            </a:extLst>
          </p:cNvPr>
          <p:cNvSpPr/>
          <p:nvPr/>
        </p:nvSpPr>
        <p:spPr>
          <a:xfrm>
            <a:off x="5227853" y="270852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a:extLst>
              <a:ext uri="{FF2B5EF4-FFF2-40B4-BE49-F238E27FC236}">
                <a16:creationId xmlns:a16="http://schemas.microsoft.com/office/drawing/2014/main" id="{D0380E19-61D8-C73D-45C0-5BB753FDA11F}"/>
              </a:ext>
            </a:extLst>
          </p:cNvPr>
          <p:cNvSpPr/>
          <p:nvPr/>
        </p:nvSpPr>
        <p:spPr>
          <a:xfrm>
            <a:off x="5410553" y="270852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a:extLst>
              <a:ext uri="{FF2B5EF4-FFF2-40B4-BE49-F238E27FC236}">
                <a16:creationId xmlns:a16="http://schemas.microsoft.com/office/drawing/2014/main" id="{B8F1C1A4-80DB-F803-7C6B-35756578AC49}"/>
              </a:ext>
            </a:extLst>
          </p:cNvPr>
          <p:cNvSpPr/>
          <p:nvPr/>
        </p:nvSpPr>
        <p:spPr>
          <a:xfrm>
            <a:off x="5594153" y="270852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9CBDF5A9-F3FC-01AB-C269-E8E8437DFE60}"/>
              </a:ext>
            </a:extLst>
          </p:cNvPr>
          <p:cNvSpPr/>
          <p:nvPr/>
        </p:nvSpPr>
        <p:spPr>
          <a:xfrm>
            <a:off x="5777753" y="2708525"/>
            <a:ext cx="21600" cy="216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CAED671E-4A97-C937-3B07-F0AD6DD5DA6B}"/>
              </a:ext>
            </a:extLst>
          </p:cNvPr>
          <p:cNvSpPr/>
          <p:nvPr/>
        </p:nvSpPr>
        <p:spPr>
          <a:xfrm>
            <a:off x="5346113" y="3010680"/>
            <a:ext cx="252000" cy="83664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Oval 19">
            <a:extLst>
              <a:ext uri="{FF2B5EF4-FFF2-40B4-BE49-F238E27FC236}">
                <a16:creationId xmlns:a16="http://schemas.microsoft.com/office/drawing/2014/main" id="{EFC8DDC1-DA20-F5AF-4F5B-3F901D7A2EE9}"/>
              </a:ext>
            </a:extLst>
          </p:cNvPr>
          <p:cNvSpPr/>
          <p:nvPr/>
        </p:nvSpPr>
        <p:spPr>
          <a:xfrm>
            <a:off x="5301113" y="304524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Oval 20">
            <a:extLst>
              <a:ext uri="{FF2B5EF4-FFF2-40B4-BE49-F238E27FC236}">
                <a16:creationId xmlns:a16="http://schemas.microsoft.com/office/drawing/2014/main" id="{8FF48500-859B-BB0B-78B1-1EC0CB486105}"/>
              </a:ext>
            </a:extLst>
          </p:cNvPr>
          <p:cNvSpPr/>
          <p:nvPr/>
        </p:nvSpPr>
        <p:spPr>
          <a:xfrm>
            <a:off x="5607113" y="304524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 name="Oval 21">
            <a:extLst>
              <a:ext uri="{FF2B5EF4-FFF2-40B4-BE49-F238E27FC236}">
                <a16:creationId xmlns:a16="http://schemas.microsoft.com/office/drawing/2014/main" id="{0C5285EC-F5E8-9F29-D4F7-9495DB664EA2}"/>
              </a:ext>
            </a:extLst>
          </p:cNvPr>
          <p:cNvSpPr/>
          <p:nvPr/>
        </p:nvSpPr>
        <p:spPr>
          <a:xfrm>
            <a:off x="5301113" y="313668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Oval 22">
            <a:extLst>
              <a:ext uri="{FF2B5EF4-FFF2-40B4-BE49-F238E27FC236}">
                <a16:creationId xmlns:a16="http://schemas.microsoft.com/office/drawing/2014/main" id="{309BCEFF-04EC-DA03-953F-908D8F67FB3C}"/>
              </a:ext>
            </a:extLst>
          </p:cNvPr>
          <p:cNvSpPr/>
          <p:nvPr/>
        </p:nvSpPr>
        <p:spPr>
          <a:xfrm>
            <a:off x="5607113" y="313668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Oval 23">
            <a:extLst>
              <a:ext uri="{FF2B5EF4-FFF2-40B4-BE49-F238E27FC236}">
                <a16:creationId xmlns:a16="http://schemas.microsoft.com/office/drawing/2014/main" id="{5E087476-F5AC-F765-9752-2ACE6168542D}"/>
              </a:ext>
            </a:extLst>
          </p:cNvPr>
          <p:cNvSpPr/>
          <p:nvPr/>
        </p:nvSpPr>
        <p:spPr>
          <a:xfrm>
            <a:off x="5301113" y="322812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5" name="Oval 24">
            <a:extLst>
              <a:ext uri="{FF2B5EF4-FFF2-40B4-BE49-F238E27FC236}">
                <a16:creationId xmlns:a16="http://schemas.microsoft.com/office/drawing/2014/main" id="{F5202782-70B5-3E06-1A88-17E998D32E98}"/>
              </a:ext>
            </a:extLst>
          </p:cNvPr>
          <p:cNvSpPr/>
          <p:nvPr/>
        </p:nvSpPr>
        <p:spPr>
          <a:xfrm>
            <a:off x="5607113" y="322812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Oval 25">
            <a:extLst>
              <a:ext uri="{FF2B5EF4-FFF2-40B4-BE49-F238E27FC236}">
                <a16:creationId xmlns:a16="http://schemas.microsoft.com/office/drawing/2014/main" id="{BD51368D-5198-3C2B-1CAB-BA36467E1DC0}"/>
              </a:ext>
            </a:extLst>
          </p:cNvPr>
          <p:cNvSpPr/>
          <p:nvPr/>
        </p:nvSpPr>
        <p:spPr>
          <a:xfrm>
            <a:off x="5301113" y="331956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7" name="Oval 26">
            <a:extLst>
              <a:ext uri="{FF2B5EF4-FFF2-40B4-BE49-F238E27FC236}">
                <a16:creationId xmlns:a16="http://schemas.microsoft.com/office/drawing/2014/main" id="{E9EA690C-E026-064F-7156-887014B16ABF}"/>
              </a:ext>
            </a:extLst>
          </p:cNvPr>
          <p:cNvSpPr/>
          <p:nvPr/>
        </p:nvSpPr>
        <p:spPr>
          <a:xfrm>
            <a:off x="5607113" y="331956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Oval 27">
            <a:extLst>
              <a:ext uri="{FF2B5EF4-FFF2-40B4-BE49-F238E27FC236}">
                <a16:creationId xmlns:a16="http://schemas.microsoft.com/office/drawing/2014/main" id="{5C7D0653-2275-3E59-0797-4BBF125B3E71}"/>
              </a:ext>
            </a:extLst>
          </p:cNvPr>
          <p:cNvSpPr/>
          <p:nvPr/>
        </p:nvSpPr>
        <p:spPr>
          <a:xfrm>
            <a:off x="5301113" y="341100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9" name="Oval 28">
            <a:extLst>
              <a:ext uri="{FF2B5EF4-FFF2-40B4-BE49-F238E27FC236}">
                <a16:creationId xmlns:a16="http://schemas.microsoft.com/office/drawing/2014/main" id="{0F128945-241F-4977-9810-4D4A1953BA0E}"/>
              </a:ext>
            </a:extLst>
          </p:cNvPr>
          <p:cNvSpPr/>
          <p:nvPr/>
        </p:nvSpPr>
        <p:spPr>
          <a:xfrm>
            <a:off x="5607113" y="341100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0" name="Oval 29">
            <a:extLst>
              <a:ext uri="{FF2B5EF4-FFF2-40B4-BE49-F238E27FC236}">
                <a16:creationId xmlns:a16="http://schemas.microsoft.com/office/drawing/2014/main" id="{690B3B52-D68F-CB8A-EDC3-0D25D346D8FE}"/>
              </a:ext>
            </a:extLst>
          </p:cNvPr>
          <p:cNvSpPr/>
          <p:nvPr/>
        </p:nvSpPr>
        <p:spPr>
          <a:xfrm>
            <a:off x="5301113" y="350244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1" name="Oval 30">
            <a:extLst>
              <a:ext uri="{FF2B5EF4-FFF2-40B4-BE49-F238E27FC236}">
                <a16:creationId xmlns:a16="http://schemas.microsoft.com/office/drawing/2014/main" id="{0D2D5615-E1F5-4CE1-352F-95AE3E9513D7}"/>
              </a:ext>
            </a:extLst>
          </p:cNvPr>
          <p:cNvSpPr/>
          <p:nvPr/>
        </p:nvSpPr>
        <p:spPr>
          <a:xfrm>
            <a:off x="5607113" y="350244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2" name="Oval 31">
            <a:extLst>
              <a:ext uri="{FF2B5EF4-FFF2-40B4-BE49-F238E27FC236}">
                <a16:creationId xmlns:a16="http://schemas.microsoft.com/office/drawing/2014/main" id="{7C4F89E1-270D-6ED4-07D4-7A4EE1EC4422}"/>
              </a:ext>
            </a:extLst>
          </p:cNvPr>
          <p:cNvSpPr/>
          <p:nvPr/>
        </p:nvSpPr>
        <p:spPr>
          <a:xfrm>
            <a:off x="5301113" y="359388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3" name="Oval 32">
            <a:extLst>
              <a:ext uri="{FF2B5EF4-FFF2-40B4-BE49-F238E27FC236}">
                <a16:creationId xmlns:a16="http://schemas.microsoft.com/office/drawing/2014/main" id="{0000807F-12CC-7EC0-E0F4-235C6785A8FF}"/>
              </a:ext>
            </a:extLst>
          </p:cNvPr>
          <p:cNvSpPr/>
          <p:nvPr/>
        </p:nvSpPr>
        <p:spPr>
          <a:xfrm>
            <a:off x="5607113" y="359388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4" name="Oval 33">
            <a:extLst>
              <a:ext uri="{FF2B5EF4-FFF2-40B4-BE49-F238E27FC236}">
                <a16:creationId xmlns:a16="http://schemas.microsoft.com/office/drawing/2014/main" id="{6780DE87-EF54-3F2B-6459-61A32D43765D}"/>
              </a:ext>
            </a:extLst>
          </p:cNvPr>
          <p:cNvSpPr/>
          <p:nvPr/>
        </p:nvSpPr>
        <p:spPr>
          <a:xfrm>
            <a:off x="5301113" y="368532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5" name="Oval 34">
            <a:extLst>
              <a:ext uri="{FF2B5EF4-FFF2-40B4-BE49-F238E27FC236}">
                <a16:creationId xmlns:a16="http://schemas.microsoft.com/office/drawing/2014/main" id="{A6B58E6D-558D-6CA6-F12E-5EEA3401BC95}"/>
              </a:ext>
            </a:extLst>
          </p:cNvPr>
          <p:cNvSpPr/>
          <p:nvPr/>
        </p:nvSpPr>
        <p:spPr>
          <a:xfrm>
            <a:off x="5607113" y="368532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6" name="Oval 35">
            <a:extLst>
              <a:ext uri="{FF2B5EF4-FFF2-40B4-BE49-F238E27FC236}">
                <a16:creationId xmlns:a16="http://schemas.microsoft.com/office/drawing/2014/main" id="{4D9B9722-817D-B683-80CD-C81B740D3FF3}"/>
              </a:ext>
            </a:extLst>
          </p:cNvPr>
          <p:cNvSpPr/>
          <p:nvPr/>
        </p:nvSpPr>
        <p:spPr>
          <a:xfrm>
            <a:off x="5301113" y="377676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7" name="Oval 36">
            <a:extLst>
              <a:ext uri="{FF2B5EF4-FFF2-40B4-BE49-F238E27FC236}">
                <a16:creationId xmlns:a16="http://schemas.microsoft.com/office/drawing/2014/main" id="{25346814-1F3D-0F60-270E-E9FF543A36EA}"/>
              </a:ext>
            </a:extLst>
          </p:cNvPr>
          <p:cNvSpPr/>
          <p:nvPr/>
        </p:nvSpPr>
        <p:spPr>
          <a:xfrm>
            <a:off x="5607113" y="3776760"/>
            <a:ext cx="36000" cy="36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8" name="Rectangle 37">
            <a:extLst>
              <a:ext uri="{FF2B5EF4-FFF2-40B4-BE49-F238E27FC236}">
                <a16:creationId xmlns:a16="http://schemas.microsoft.com/office/drawing/2014/main" id="{B637B2E5-6BD4-563F-9055-79746DF25079}"/>
              </a:ext>
            </a:extLst>
          </p:cNvPr>
          <p:cNvSpPr/>
          <p:nvPr/>
        </p:nvSpPr>
        <p:spPr>
          <a:xfrm>
            <a:off x="5844699" y="4456685"/>
            <a:ext cx="455295" cy="45529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39" name="Rectangle 38">
            <a:extLst>
              <a:ext uri="{FF2B5EF4-FFF2-40B4-BE49-F238E27FC236}">
                <a16:creationId xmlns:a16="http://schemas.microsoft.com/office/drawing/2014/main" id="{FB5493B1-D2B9-D566-E916-509653E21F4D}"/>
              </a:ext>
            </a:extLst>
          </p:cNvPr>
          <p:cNvSpPr/>
          <p:nvPr/>
        </p:nvSpPr>
        <p:spPr>
          <a:xfrm>
            <a:off x="5946940" y="4573695"/>
            <a:ext cx="128160" cy="3672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a:extLst>
              <a:ext uri="{FF2B5EF4-FFF2-40B4-BE49-F238E27FC236}">
                <a16:creationId xmlns:a16="http://schemas.microsoft.com/office/drawing/2014/main" id="{5FEEF7FF-0AFE-34EF-D123-C2EA6A8E190B}"/>
              </a:ext>
            </a:extLst>
          </p:cNvPr>
          <p:cNvSpPr/>
          <p:nvPr/>
        </p:nvSpPr>
        <p:spPr>
          <a:xfrm rot="5400000">
            <a:off x="6134140" y="4681695"/>
            <a:ext cx="109800" cy="2736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a:extLst>
              <a:ext uri="{FF2B5EF4-FFF2-40B4-BE49-F238E27FC236}">
                <a16:creationId xmlns:a16="http://schemas.microsoft.com/office/drawing/2014/main" id="{55821BE3-A3D9-173C-5DBA-18126C45E80B}"/>
              </a:ext>
            </a:extLst>
          </p:cNvPr>
          <p:cNvSpPr/>
          <p:nvPr/>
        </p:nvSpPr>
        <p:spPr>
          <a:xfrm>
            <a:off x="5946940" y="4796895"/>
            <a:ext cx="109800" cy="2736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2" name="Table 41">
            <a:extLst>
              <a:ext uri="{FF2B5EF4-FFF2-40B4-BE49-F238E27FC236}">
                <a16:creationId xmlns:a16="http://schemas.microsoft.com/office/drawing/2014/main" id="{D9845C24-A9B8-713E-2ECE-A4F7AD248782}"/>
              </a:ext>
            </a:extLst>
          </p:cNvPr>
          <p:cNvGraphicFramePr>
            <a:graphicFrameLocks noGrp="1"/>
          </p:cNvGraphicFramePr>
          <p:nvPr>
            <p:extLst>
              <p:ext uri="{D42A27DB-BD31-4B8C-83A1-F6EECF244321}">
                <p14:modId xmlns:p14="http://schemas.microsoft.com/office/powerpoint/2010/main" val="2763172874"/>
              </p:ext>
            </p:extLst>
          </p:nvPr>
        </p:nvGraphicFramePr>
        <p:xfrm>
          <a:off x="1832727" y="5239951"/>
          <a:ext cx="9313863" cy="4957144"/>
        </p:xfrm>
        <a:graphic>
          <a:graphicData uri="http://schemas.openxmlformats.org/drawingml/2006/table">
            <a:tbl>
              <a:tblPr firstRow="1" firstCol="1" bandRow="1" bandCol="1">
                <a:tableStyleId>{5C22544A-7EE6-4342-B048-85BDC9FD1C3A}</a:tableStyleId>
              </a:tblPr>
              <a:tblGrid>
                <a:gridCol w="914408">
                  <a:extLst>
                    <a:ext uri="{9D8B030D-6E8A-4147-A177-3AD203B41FA5}">
                      <a16:colId xmlns:a16="http://schemas.microsoft.com/office/drawing/2014/main" val="674425697"/>
                    </a:ext>
                  </a:extLst>
                </a:gridCol>
                <a:gridCol w="8399455">
                  <a:extLst>
                    <a:ext uri="{9D8B030D-6E8A-4147-A177-3AD203B41FA5}">
                      <a16:colId xmlns:a16="http://schemas.microsoft.com/office/drawing/2014/main" val="4270789621"/>
                    </a:ext>
                  </a:extLst>
                </a:gridCol>
              </a:tblGrid>
              <a:tr h="510583">
                <a:tc>
                  <a:txBody>
                    <a:bodyPr/>
                    <a:lstStyle/>
                    <a:p>
                      <a:pPr algn="l">
                        <a:lnSpc>
                          <a:spcPct val="107000"/>
                        </a:lnSpc>
                        <a:spcAft>
                          <a:spcPts val="800"/>
                        </a:spcAft>
                        <a:buNone/>
                      </a:pPr>
                      <a:r>
                        <a:rPr lang="en-CA" sz="1000">
                          <a:effectLst/>
                        </a:rPr>
                        <a:t>Part</a:t>
                      </a:r>
                      <a:endParaRPr lang="en-CA" sz="10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tc>
                  <a:txBody>
                    <a:bodyPr/>
                    <a:lstStyle/>
                    <a:p>
                      <a:pPr algn="l">
                        <a:lnSpc>
                          <a:spcPct val="107000"/>
                        </a:lnSpc>
                        <a:spcAft>
                          <a:spcPts val="800"/>
                        </a:spcAft>
                        <a:buNone/>
                      </a:pPr>
                      <a:r>
                        <a:rPr lang="en-CA" sz="1000" dirty="0">
                          <a:effectLst/>
                        </a:rPr>
                        <a:t>Source</a:t>
                      </a:r>
                      <a:endParaRPr lang="en-CA" sz="1000" dirty="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extLst>
                  <a:ext uri="{0D108BD9-81ED-4DB2-BD59-A6C34878D82A}">
                    <a16:rowId xmlns:a16="http://schemas.microsoft.com/office/drawing/2014/main" val="4177835222"/>
                  </a:ext>
                </a:extLst>
              </a:tr>
              <a:tr h="560820">
                <a:tc>
                  <a:txBody>
                    <a:bodyPr/>
                    <a:lstStyle/>
                    <a:p>
                      <a:pPr algn="l">
                        <a:lnSpc>
                          <a:spcPct val="107000"/>
                        </a:lnSpc>
                        <a:spcAft>
                          <a:spcPts val="800"/>
                        </a:spcAft>
                        <a:buNone/>
                      </a:pPr>
                      <a:r>
                        <a:rPr lang="en-CA" sz="1000">
                          <a:effectLst/>
                        </a:rPr>
                        <a:t>16x DPDT Relay</a:t>
                      </a:r>
                    </a:p>
                    <a:p>
                      <a:pPr algn="l">
                        <a:lnSpc>
                          <a:spcPct val="107000"/>
                        </a:lnSpc>
                        <a:spcAft>
                          <a:spcPts val="800"/>
                        </a:spcAft>
                        <a:buNone/>
                      </a:pPr>
                      <a:r>
                        <a:rPr lang="en-CA" sz="1000">
                          <a:effectLst/>
                        </a:rPr>
                        <a:t>Omron G6AK-274P-ST40-US-DC5</a:t>
                      </a:r>
                      <a:endParaRPr lang="en-CA" sz="10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tc>
                  <a:txBody>
                    <a:bodyPr/>
                    <a:lstStyle/>
                    <a:p>
                      <a:pPr algn="l">
                        <a:lnSpc>
                          <a:spcPct val="107000"/>
                        </a:lnSpc>
                        <a:spcAft>
                          <a:spcPts val="800"/>
                        </a:spcAft>
                        <a:buNone/>
                      </a:pPr>
                      <a:r>
                        <a:rPr lang="en-CA" sz="1000" u="sng">
                          <a:effectLst/>
                          <a:hlinkClick r:id="rId2"/>
                        </a:rPr>
                        <a:t>https://www.digikey.ca/en/products/detail/omron-electronics-inc-emc-div/G6AK-274P-ST40-US-DC5/1815812?utm_source=chatgpt.com</a:t>
                      </a:r>
                      <a:endParaRPr lang="en-CA" sz="1000">
                        <a:effectLst/>
                      </a:endParaRPr>
                    </a:p>
                    <a:p>
                      <a:pPr algn="l">
                        <a:lnSpc>
                          <a:spcPct val="107000"/>
                        </a:lnSpc>
                        <a:spcAft>
                          <a:spcPts val="800"/>
                        </a:spcAft>
                        <a:buNone/>
                      </a:pPr>
                      <a:r>
                        <a:rPr lang="en-CA" sz="1000">
                          <a:effectLst/>
                        </a:rPr>
                        <a:t> </a:t>
                      </a:r>
                    </a:p>
                    <a:p>
                      <a:pPr algn="l">
                        <a:lnSpc>
                          <a:spcPct val="107000"/>
                        </a:lnSpc>
                        <a:spcAft>
                          <a:spcPts val="800"/>
                        </a:spcAft>
                        <a:buNone/>
                      </a:pPr>
                      <a:r>
                        <a:rPr lang="en-CA" sz="1000">
                          <a:effectLst/>
                        </a:rPr>
                        <a:t>$9.86 / piece.</a:t>
                      </a:r>
                      <a:endParaRPr lang="en-CA" sz="10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extLst>
                  <a:ext uri="{0D108BD9-81ED-4DB2-BD59-A6C34878D82A}">
                    <a16:rowId xmlns:a16="http://schemas.microsoft.com/office/drawing/2014/main" val="1735116078"/>
                  </a:ext>
                </a:extLst>
              </a:tr>
              <a:tr h="925706">
                <a:tc>
                  <a:txBody>
                    <a:bodyPr/>
                    <a:lstStyle/>
                    <a:p>
                      <a:pPr algn="l">
                        <a:lnSpc>
                          <a:spcPct val="107000"/>
                        </a:lnSpc>
                        <a:spcAft>
                          <a:spcPts val="800"/>
                        </a:spcAft>
                        <a:buNone/>
                      </a:pPr>
                      <a:r>
                        <a:rPr lang="en-CA" sz="1000">
                          <a:effectLst/>
                        </a:rPr>
                        <a:t>4x8 Transistor ULN2803A</a:t>
                      </a:r>
                      <a:endParaRPr lang="en-CA" sz="10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tc>
                  <a:txBody>
                    <a:bodyPr/>
                    <a:lstStyle/>
                    <a:p>
                      <a:pPr algn="l">
                        <a:lnSpc>
                          <a:spcPct val="107000"/>
                        </a:lnSpc>
                        <a:spcAft>
                          <a:spcPts val="800"/>
                        </a:spcAft>
                        <a:buNone/>
                      </a:pPr>
                      <a:r>
                        <a:rPr lang="en-CA" sz="1000" u="sng">
                          <a:effectLst/>
                          <a:hlinkClick r:id="rId3"/>
                        </a:rPr>
                        <a:t>https://www.st.com/resource/en/datasheet/uln2801a.pdf</a:t>
                      </a:r>
                      <a:endParaRPr lang="en-CA" sz="1000">
                        <a:effectLst/>
                      </a:endParaRPr>
                    </a:p>
                    <a:p>
                      <a:pPr algn="l">
                        <a:lnSpc>
                          <a:spcPct val="107000"/>
                        </a:lnSpc>
                        <a:spcAft>
                          <a:spcPts val="800"/>
                        </a:spcAft>
                        <a:buNone/>
                      </a:pPr>
                      <a:r>
                        <a:rPr lang="en-CA" sz="1000">
                          <a:effectLst/>
                        </a:rPr>
                        <a:t>Spec sheet</a:t>
                      </a:r>
                    </a:p>
                    <a:p>
                      <a:pPr algn="l">
                        <a:lnSpc>
                          <a:spcPct val="107000"/>
                        </a:lnSpc>
                        <a:spcAft>
                          <a:spcPts val="800"/>
                        </a:spcAft>
                        <a:buNone/>
                      </a:pPr>
                      <a:r>
                        <a:rPr lang="en-CA" sz="1000">
                          <a:effectLst/>
                        </a:rPr>
                        <a:t> </a:t>
                      </a:r>
                    </a:p>
                    <a:p>
                      <a:pPr algn="l">
                        <a:lnSpc>
                          <a:spcPct val="107000"/>
                        </a:lnSpc>
                        <a:spcAft>
                          <a:spcPts val="800"/>
                        </a:spcAft>
                        <a:buNone/>
                      </a:pPr>
                      <a:r>
                        <a:rPr lang="en-CA" sz="1000" u="sng">
                          <a:effectLst/>
                          <a:hlinkClick r:id="rId4"/>
                        </a:rPr>
                        <a:t>https://www.digikey.ca/en/products/detail/stmicroelectronics/ULN2803A/599591?gclsrc=aw.ds&amp;gad_source=1&amp;gad_campaignid=23210334209&amp;gbraid=0AAAAADrbLliTyR6dB5PNOcH-pJMFbRCXA&amp;gclid=Cj0KCQjwgr_NBhDFARIsAHiUWr4m8lqpMY8bVF92Evks8tehyltINY4Yhkcj96YM7KdGKZq3xNLO2KgaAmPmEALw_wcB</a:t>
                      </a:r>
                      <a:endParaRPr lang="en-CA" sz="1000">
                        <a:effectLst/>
                      </a:endParaRPr>
                    </a:p>
                    <a:p>
                      <a:pPr algn="l">
                        <a:lnSpc>
                          <a:spcPct val="107000"/>
                        </a:lnSpc>
                        <a:spcAft>
                          <a:spcPts val="800"/>
                        </a:spcAft>
                        <a:buNone/>
                      </a:pPr>
                      <a:r>
                        <a:rPr lang="en-CA" sz="1000">
                          <a:effectLst/>
                        </a:rPr>
                        <a:t>Purchase</a:t>
                      </a:r>
                    </a:p>
                    <a:p>
                      <a:pPr algn="l">
                        <a:lnSpc>
                          <a:spcPct val="107000"/>
                        </a:lnSpc>
                        <a:spcAft>
                          <a:spcPts val="800"/>
                        </a:spcAft>
                        <a:buNone/>
                      </a:pPr>
                      <a:r>
                        <a:rPr lang="en-CA" sz="1000">
                          <a:effectLst/>
                        </a:rPr>
                        <a:t> </a:t>
                      </a:r>
                    </a:p>
                    <a:p>
                      <a:pPr algn="l">
                        <a:lnSpc>
                          <a:spcPct val="107000"/>
                        </a:lnSpc>
                        <a:spcAft>
                          <a:spcPts val="800"/>
                        </a:spcAft>
                        <a:buNone/>
                      </a:pPr>
                      <a:r>
                        <a:rPr lang="en-CA" sz="1000">
                          <a:effectLst/>
                        </a:rPr>
                        <a:t>$2.71 / piece </a:t>
                      </a:r>
                      <a:endParaRPr lang="en-CA" sz="10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extLst>
                  <a:ext uri="{0D108BD9-81ED-4DB2-BD59-A6C34878D82A}">
                    <a16:rowId xmlns:a16="http://schemas.microsoft.com/office/drawing/2014/main" val="3438425087"/>
                  </a:ext>
                </a:extLst>
              </a:tr>
              <a:tr h="329464">
                <a:tc>
                  <a:txBody>
                    <a:bodyPr/>
                    <a:lstStyle/>
                    <a:p>
                      <a:pPr algn="l">
                        <a:lnSpc>
                          <a:spcPct val="107000"/>
                        </a:lnSpc>
                        <a:spcAft>
                          <a:spcPts val="800"/>
                        </a:spcAft>
                        <a:buNone/>
                      </a:pPr>
                      <a:r>
                        <a:rPr lang="en-CA" sz="1000">
                          <a:effectLst/>
                        </a:rPr>
                        <a:t>Wall adapter</a:t>
                      </a:r>
                    </a:p>
                    <a:p>
                      <a:pPr algn="l">
                        <a:lnSpc>
                          <a:spcPct val="107000"/>
                        </a:lnSpc>
                        <a:spcAft>
                          <a:spcPts val="800"/>
                        </a:spcAft>
                        <a:buNone/>
                      </a:pPr>
                      <a:r>
                        <a:rPr lang="en-CA" sz="1000">
                          <a:effectLst/>
                        </a:rPr>
                        <a:t>WSU050-2000</a:t>
                      </a:r>
                      <a:endParaRPr lang="en-CA" sz="10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tc>
                  <a:txBody>
                    <a:bodyPr/>
                    <a:lstStyle/>
                    <a:p>
                      <a:pPr algn="l">
                        <a:lnSpc>
                          <a:spcPct val="107000"/>
                        </a:lnSpc>
                        <a:spcAft>
                          <a:spcPts val="800"/>
                        </a:spcAft>
                        <a:buNone/>
                      </a:pPr>
                      <a:r>
                        <a:rPr lang="en-CA" sz="1000" u="sng">
                          <a:effectLst/>
                          <a:hlinkClick r:id="rId5"/>
                        </a:rPr>
                        <a:t>https://www.digikey.ca/en/products/detail/triad-magnetics/WSU050-2000-R/3094952</a:t>
                      </a:r>
                      <a:endParaRPr lang="en-CA" sz="1000">
                        <a:effectLst/>
                      </a:endParaRPr>
                    </a:p>
                    <a:p>
                      <a:pPr algn="l">
                        <a:lnSpc>
                          <a:spcPct val="107000"/>
                        </a:lnSpc>
                        <a:spcAft>
                          <a:spcPts val="800"/>
                        </a:spcAft>
                        <a:buNone/>
                      </a:pPr>
                      <a:r>
                        <a:rPr lang="en-CA" sz="1000">
                          <a:effectLst/>
                        </a:rPr>
                        <a:t>$17.54 / piece</a:t>
                      </a:r>
                      <a:endParaRPr lang="en-CA" sz="10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extLst>
                  <a:ext uri="{0D108BD9-81ED-4DB2-BD59-A6C34878D82A}">
                    <a16:rowId xmlns:a16="http://schemas.microsoft.com/office/drawing/2014/main" val="3336793984"/>
                  </a:ext>
                </a:extLst>
              </a:tr>
              <a:tr h="469771">
                <a:tc>
                  <a:txBody>
                    <a:bodyPr/>
                    <a:lstStyle/>
                    <a:p>
                      <a:pPr algn="l">
                        <a:lnSpc>
                          <a:spcPct val="107000"/>
                        </a:lnSpc>
                        <a:spcAft>
                          <a:spcPts val="800"/>
                        </a:spcAft>
                        <a:buNone/>
                      </a:pPr>
                      <a:r>
                        <a:rPr lang="en-CA" sz="1000" dirty="0">
                          <a:effectLst/>
                        </a:rPr>
                        <a:t>Barrel Jack</a:t>
                      </a:r>
                    </a:p>
                    <a:p>
                      <a:pPr algn="l">
                        <a:lnSpc>
                          <a:spcPct val="107000"/>
                        </a:lnSpc>
                        <a:spcAft>
                          <a:spcPts val="800"/>
                        </a:spcAft>
                        <a:buNone/>
                      </a:pPr>
                      <a:r>
                        <a:rPr lang="en-CA" sz="1000" dirty="0">
                          <a:effectLst/>
                        </a:rPr>
                        <a:t>RAPC722X</a:t>
                      </a:r>
                      <a:endParaRPr lang="en-CA" sz="1000" dirty="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tc>
                  <a:txBody>
                    <a:bodyPr/>
                    <a:lstStyle/>
                    <a:p>
                      <a:pPr algn="l">
                        <a:lnSpc>
                          <a:spcPct val="107000"/>
                        </a:lnSpc>
                        <a:spcAft>
                          <a:spcPts val="800"/>
                        </a:spcAft>
                        <a:buNone/>
                      </a:pPr>
                      <a:r>
                        <a:rPr lang="en-CA" sz="1000" u="sng" dirty="0">
                          <a:effectLst/>
                          <a:hlinkClick r:id="rId6"/>
                        </a:rPr>
                        <a:t>https://www.digikey.ca/en/products/detail/switchcraft-inc/RAPC722X/804747</a:t>
                      </a:r>
                      <a:endParaRPr lang="en-CA" sz="1000" dirty="0">
                        <a:effectLst/>
                      </a:endParaRPr>
                    </a:p>
                    <a:p>
                      <a:pPr algn="l">
                        <a:lnSpc>
                          <a:spcPct val="107000"/>
                        </a:lnSpc>
                        <a:spcAft>
                          <a:spcPts val="800"/>
                        </a:spcAft>
                        <a:buNone/>
                      </a:pPr>
                      <a:r>
                        <a:rPr lang="en-CA" sz="1000" dirty="0">
                          <a:effectLst/>
                        </a:rPr>
                        <a:t> </a:t>
                      </a:r>
                    </a:p>
                    <a:p>
                      <a:pPr algn="l">
                        <a:lnSpc>
                          <a:spcPct val="107000"/>
                        </a:lnSpc>
                        <a:spcAft>
                          <a:spcPts val="800"/>
                        </a:spcAft>
                        <a:buNone/>
                      </a:pPr>
                      <a:r>
                        <a:rPr lang="en-CA" sz="1000" dirty="0">
                          <a:effectLst/>
                        </a:rPr>
                        <a:t>$3.03 / piece</a:t>
                      </a:r>
                      <a:endParaRPr lang="en-CA" sz="1000" dirty="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extLst>
                  <a:ext uri="{0D108BD9-81ED-4DB2-BD59-A6C34878D82A}">
                    <a16:rowId xmlns:a16="http://schemas.microsoft.com/office/drawing/2014/main" val="3552156777"/>
                  </a:ext>
                </a:extLst>
              </a:tr>
              <a:tr h="354621">
                <a:tc>
                  <a:txBody>
                    <a:bodyPr/>
                    <a:lstStyle/>
                    <a:p>
                      <a:pPr algn="l">
                        <a:lnSpc>
                          <a:spcPct val="107000"/>
                        </a:lnSpc>
                        <a:spcAft>
                          <a:spcPts val="800"/>
                        </a:spcAft>
                        <a:buNone/>
                      </a:pPr>
                      <a:r>
                        <a:rPr lang="en-CA" sz="800">
                          <a:effectLst/>
                        </a:rPr>
                        <a:t>Arduino 32-DIG</a:t>
                      </a:r>
                      <a:endParaRPr lang="en-CA" sz="70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tc>
                  <a:txBody>
                    <a:bodyPr/>
                    <a:lstStyle/>
                    <a:p>
                      <a:pPr algn="l">
                        <a:lnSpc>
                          <a:spcPct val="107000"/>
                        </a:lnSpc>
                        <a:spcAft>
                          <a:spcPts val="800"/>
                        </a:spcAft>
                        <a:buNone/>
                      </a:pPr>
                      <a:r>
                        <a:rPr lang="en-CA" sz="1400" dirty="0">
                          <a:effectLst/>
                        </a:rPr>
                        <a:t> Unknown yet. Need a 32- channel Arduino/Microcontroller. </a:t>
                      </a:r>
                      <a:endParaRPr lang="en-CA" sz="1400" dirty="0">
                        <a:effectLst/>
                        <a:latin typeface="Aptos" panose="020B0004020202020204" pitchFamily="34" charset="0"/>
                        <a:ea typeface="Aptos" panose="020B0004020202020204" pitchFamily="34" charset="0"/>
                        <a:cs typeface="Times New Roman" panose="02020603050405020304" pitchFamily="18" charset="0"/>
                      </a:endParaRPr>
                    </a:p>
                  </a:txBody>
                  <a:tcPr marL="43820" marR="43820" marT="0" marB="0"/>
                </a:tc>
                <a:extLst>
                  <a:ext uri="{0D108BD9-81ED-4DB2-BD59-A6C34878D82A}">
                    <a16:rowId xmlns:a16="http://schemas.microsoft.com/office/drawing/2014/main" val="3978924531"/>
                  </a:ext>
                </a:extLst>
              </a:tr>
            </a:tbl>
          </a:graphicData>
        </a:graphic>
      </p:graphicFrame>
    </p:spTree>
    <p:extLst>
      <p:ext uri="{BB962C8B-B14F-4D97-AF65-F5344CB8AC3E}">
        <p14:creationId xmlns:p14="http://schemas.microsoft.com/office/powerpoint/2010/main" val="3226649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64AA-5AEC-1D16-3189-2BF1F76D0CD6}"/>
              </a:ext>
            </a:extLst>
          </p:cNvPr>
          <p:cNvSpPr>
            <a:spLocks noGrp="1"/>
          </p:cNvSpPr>
          <p:nvPr>
            <p:ph type="title"/>
          </p:nvPr>
        </p:nvSpPr>
        <p:spPr/>
        <p:txBody>
          <a:bodyPr/>
          <a:lstStyle/>
          <a:p>
            <a:r>
              <a:rPr lang="en-US" dirty="0"/>
              <a:t>Wiring:</a:t>
            </a:r>
            <a:endParaRPr lang="en-CA" dirty="0"/>
          </a:p>
        </p:txBody>
      </p:sp>
      <p:sp>
        <p:nvSpPr>
          <p:cNvPr id="3" name="Content Placeholder 2">
            <a:extLst>
              <a:ext uri="{FF2B5EF4-FFF2-40B4-BE49-F238E27FC236}">
                <a16:creationId xmlns:a16="http://schemas.microsoft.com/office/drawing/2014/main" id="{53A72441-E4F5-AE46-F012-57651BE51513}"/>
              </a:ext>
            </a:extLst>
          </p:cNvPr>
          <p:cNvSpPr>
            <a:spLocks noGrp="1"/>
          </p:cNvSpPr>
          <p:nvPr>
            <p:ph idx="1"/>
          </p:nvPr>
        </p:nvSpPr>
        <p:spPr/>
        <p:txBody>
          <a:bodyPr>
            <a:normAutofit fontScale="85000" lnSpcReduction="20000"/>
          </a:bodyPr>
          <a:lstStyle/>
          <a:p>
            <a:pPr marL="0" indent="0">
              <a:buNone/>
            </a:pPr>
            <a:endParaRPr lang="en-CA" dirty="0"/>
          </a:p>
          <a:p>
            <a:r>
              <a:rPr lang="en-CA" b="1" dirty="0"/>
              <a:t>Wiring guide:</a:t>
            </a:r>
            <a:endParaRPr lang="en-CA" dirty="0"/>
          </a:p>
          <a:p>
            <a:r>
              <a:rPr lang="en-CA" b="1" dirty="0"/>
              <a:t>The Arduino is connected directly to the laptop, acting as the 5V supply. The Arduino digital inputs 1 and 2 will be wired to the ULN2803A transistor boards, allowing for digital control via acquisition computer. The transistor will be powered via wall mount, with both the 5V input and GND connected to the wall power. The wall adapter will connect to a barrel jack soldered to the PCB. Two rails, one for 5V and one for GND , will be connected to the barrel jack. The transistors will connect to the relay pins of the 16 DPDT relays, with the relays powered via the 5V rail. The relays will receive input from the KOD3005P PSUs, and act as a bridge between our power supplies and current set up. The output of the relays will connect to the current configuration (resistors to coils). A PCB will be designed to automate the wiring process. </a:t>
            </a:r>
            <a:endParaRPr lang="en-CA" dirty="0"/>
          </a:p>
          <a:p>
            <a:endParaRPr lang="en-CA" dirty="0"/>
          </a:p>
        </p:txBody>
      </p:sp>
    </p:spTree>
    <p:extLst>
      <p:ext uri="{BB962C8B-B14F-4D97-AF65-F5344CB8AC3E}">
        <p14:creationId xmlns:p14="http://schemas.microsoft.com/office/powerpoint/2010/main" val="8321121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30EDD132D8004C9E445BD25E42755F" ma:contentTypeVersion="15" ma:contentTypeDescription="Create a new document." ma:contentTypeScope="" ma:versionID="12b44d92a43acb8867dc06f26b6fa8b4">
  <xsd:schema xmlns:xsd="http://www.w3.org/2001/XMLSchema" xmlns:xs="http://www.w3.org/2001/XMLSchema" xmlns:p="http://schemas.microsoft.com/office/2006/metadata/properties" xmlns:ns3="cad9c3cd-85c0-465f-91b3-4f31e8f620b7" xmlns:ns4="097f0ca6-b48e-4e4a-93a7-e209cfa75a6f" targetNamespace="http://schemas.microsoft.com/office/2006/metadata/properties" ma:root="true" ma:fieldsID="f432b5d9e8015ba5f520ac1f82648677" ns3:_="" ns4:_="">
    <xsd:import namespace="cad9c3cd-85c0-465f-91b3-4f31e8f620b7"/>
    <xsd:import namespace="097f0ca6-b48e-4e4a-93a7-e209cfa75a6f"/>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d9c3cd-85c0-465f-91b3-4f31e8f620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7f0ca6-b48e-4e4a-93a7-e209cfa75a6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ad9c3cd-85c0-465f-91b3-4f31e8f620b7" xsi:nil="true"/>
  </documentManagement>
</p:properties>
</file>

<file path=customXml/itemProps1.xml><?xml version="1.0" encoding="utf-8"?>
<ds:datastoreItem xmlns:ds="http://schemas.openxmlformats.org/officeDocument/2006/customXml" ds:itemID="{819AA869-F44F-4BE2-B387-CA729DBB85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d9c3cd-85c0-465f-91b3-4f31e8f620b7"/>
    <ds:schemaRef ds:uri="097f0ca6-b48e-4e4a-93a7-e209cfa75a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54E86C-7A05-4F58-83E1-D61FA9CD784F}">
  <ds:schemaRefs>
    <ds:schemaRef ds:uri="http://schemas.microsoft.com/sharepoint/v3/contenttype/forms"/>
  </ds:schemaRefs>
</ds:datastoreItem>
</file>

<file path=customXml/itemProps3.xml><?xml version="1.0" encoding="utf-8"?>
<ds:datastoreItem xmlns:ds="http://schemas.openxmlformats.org/officeDocument/2006/customXml" ds:itemID="{F9BC0711-4AB2-401D-8E49-3BDDA39C63F5}">
  <ds:schemaRefs>
    <ds:schemaRef ds:uri="097f0ca6-b48e-4e4a-93a7-e209cfa75a6f"/>
    <ds:schemaRef ds:uri="http://www.w3.org/XML/1998/namespace"/>
    <ds:schemaRef ds:uri="http://schemas.openxmlformats.org/package/2006/metadata/core-properties"/>
    <ds:schemaRef ds:uri="cad9c3cd-85c0-465f-91b3-4f31e8f620b7"/>
    <ds:schemaRef ds:uri="http://schemas.microsoft.com/office/infopath/2007/PartnerControls"/>
    <ds:schemaRef ds:uri="http://schemas.microsoft.com/office/2006/documentManagement/types"/>
    <ds:schemaRef ds:uri="http://purl.org/dc/terms/"/>
    <ds:schemaRef ds:uri="http://schemas.microsoft.com/office/2006/metadata/properties"/>
    <ds:schemaRef ds:uri="http://purl.org/dc/elements/1.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302</TotalTime>
  <Words>423</Words>
  <Application>Microsoft Office PowerPoint</Application>
  <PresentationFormat>Custom</PresentationFormat>
  <Paragraphs>56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Parts</vt:lpstr>
      <vt:lpstr>Wiring: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Carson Leslie-Sproule</dc:creator>
  <cp:lastModifiedBy>Carson Leslie-Sproule</cp:lastModifiedBy>
  <cp:revision>2</cp:revision>
  <dcterms:created xsi:type="dcterms:W3CDTF">2026-03-17T13:01:47Z</dcterms:created>
  <dcterms:modified xsi:type="dcterms:W3CDTF">2026-03-17T18:04:04Z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0x010100A230EDD132D8004C9E445BD25E42755F</vt:lpwstr>
  </property>
</Properties>
</file>